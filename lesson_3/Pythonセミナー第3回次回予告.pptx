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4"/>
  </p:normalViewPr>
  <p:slideViewPr>
    <p:cSldViewPr snapToGrid="0">
      <p:cViewPr>
        <p:scale>
          <a:sx n="108" d="100"/>
          <a:sy n="108" d="100"/>
        </p:scale>
        <p:origin x="664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FE8EF5-E22D-A585-0CBA-EBA4F9FFB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B16372E-70BB-A79A-055F-8BAB6CEED1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C3A74C-F61D-F018-F721-F002C519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5665-FE15-094B-BCE8-FA2F9CFD1AEE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30DE67-8AD9-16A8-B353-09CB2FC0C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A08202-D911-EB0C-3ECB-E9DB8793B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2DF3D-D696-1E43-9F81-6784D0EC93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5032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922CE6-197E-67E2-17E1-3A8046AA8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A6526B8-7A8C-CDEB-68B5-C0E96ED77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73C6FB-B923-72CF-C480-F0A2DAF7E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5665-FE15-094B-BCE8-FA2F9CFD1AEE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80BF70-640E-7860-E79B-08D9CF031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8173FF-A878-065C-A6A2-946FE1CDA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2DF3D-D696-1E43-9F81-6784D0EC93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764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8FC724-CE5F-ACA2-EB33-913173F6E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7D5E364-5800-60B4-9716-38304DE9D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96A11A-390B-EAEB-D769-D482C7A73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5665-FE15-094B-BCE8-FA2F9CFD1AEE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8EB8B6-EBD6-8AD2-CD76-505FE73D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65B745-070D-C5FB-DED5-FB201EBA5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2DF3D-D696-1E43-9F81-6784D0EC93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7199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3C058C-2A51-E5E2-2057-73C98EC77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F6EEAB-8C43-95F5-F53A-549F328406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113AF57-EB09-A534-4E5D-F322B10F7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6559D22-1E0D-3064-ED23-E55C56F2D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5665-FE15-094B-BCE8-FA2F9CFD1AEE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A413470-AF25-E4E7-54AD-DECCE2F01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14490F-5A85-66CD-1662-570CC00D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2DF3D-D696-1E43-9F81-6784D0EC93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7604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9FA9B1-68B0-595F-F694-832DBE7AF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849ABD1-6C35-677B-4DFA-034784375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7CB171D-DEFC-798B-53F2-8F1D65ABD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80D453F-562C-AABA-77C6-6AC28CB6B8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E45325F-BA61-AC52-9065-C4118DFF3F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0E775F5-2385-C57F-275B-FC25CAC9E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5665-FE15-094B-BCE8-FA2F9CFD1AEE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9BDB9B7-7D14-4E27-C56B-8BAE84803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2B6C451-91A2-876E-05C0-F35CCC568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2DF3D-D696-1E43-9F81-6784D0EC93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473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14E06-0317-7487-7206-6A1A2770C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5681F39-5E06-AFE8-3DB1-45AC44DF9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5665-FE15-094B-BCE8-FA2F9CFD1AEE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2438CD5-8E37-720A-0E7F-F82AF0663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68ADB18-CC04-3380-4244-8428BCAA0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2DF3D-D696-1E43-9F81-6784D0EC93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614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E4D23BB-9CC2-B058-5B38-25F93AEFC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5665-FE15-094B-BCE8-FA2F9CFD1AEE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E7F99B7-4D30-628D-D557-9832A9A16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2B64700-E590-EED4-CEB7-874112482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2DF3D-D696-1E43-9F81-6784D0EC93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298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F291D6-8725-98EF-D588-0150AF74C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5738BFE-66CA-0140-3DC8-171697695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59828E-8481-6027-DA52-07ADD5728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5A45734-3650-4E55-4CA7-0FECC096C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5665-FE15-094B-BCE8-FA2F9CFD1AEE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DA59A92-C911-0963-F159-3F2C75384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12AAA5-F4A0-70A8-4907-E1FC510A4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2DF3D-D696-1E43-9F81-6784D0EC93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85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A91039-820A-B899-A842-0D478025A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1324843-09C9-2F97-0DF3-7E910E36E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136376D-502C-CAB3-3E41-B75A9D05B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1A80CDA-389B-4A08-4764-767E248FA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5665-FE15-094B-BCE8-FA2F9CFD1AEE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6DDE9A3-55E8-36D5-8775-07ABDFC6C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BFCFB62-A868-8BD7-EE57-C9D1B3A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2DF3D-D696-1E43-9F81-6784D0EC93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1422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54EDAA-D1C2-2C73-851A-98CA87B75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C50CAA4-113C-52A6-3E28-F0CDA6A7F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424CBD-D38A-2DF3-7729-2926E4044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5665-FE15-094B-BCE8-FA2F9CFD1AEE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4C2D8E-C39C-F02C-9171-23E66391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89A9C1-B653-4673-526D-1B5AB750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2DF3D-D696-1E43-9F81-6784D0EC93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233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A233BA7-99B9-C595-8373-00F2C0B8F5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9BA627-92BD-2D48-90F2-692A3D327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23B73D-0815-A0C5-5F55-2D947BD9F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25665-FE15-094B-BCE8-FA2F9CFD1AEE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A455C4-9B8C-C0EB-AE02-1A395A930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924B5C-973D-2D13-311F-C28071152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2DF3D-D696-1E43-9F81-6784D0EC93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456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1FD3E84-9B97-EA17-E959-14C7DD5A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2BD1449-EACC-8BA5-2369-875C07BA5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8ACD87-4A2E-87B0-CCF8-96C826AD0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25665-FE15-094B-BCE8-FA2F9CFD1AEE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5F1D02-6AF1-7AF4-4127-F4CDA783F7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6F74D3-2B58-4017-4D99-AF57CFCE9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32DF3D-D696-1E43-9F81-6784D0EC93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2951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345F497-6A69-B326-BBC7-713A0DF62F6A}"/>
              </a:ext>
            </a:extLst>
          </p:cNvPr>
          <p:cNvSpPr txBox="1"/>
          <p:nvPr/>
        </p:nvSpPr>
        <p:spPr>
          <a:xfrm>
            <a:off x="182001" y="279348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>
                <a:latin typeface="Meiryo" panose="020B0604030504040204" pitchFamily="34" charset="-128"/>
                <a:ea typeface="Meiryo" panose="020B0604030504040204" pitchFamily="34" charset="-128"/>
              </a:rPr>
              <a:t>課題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B2E18E6-F4AE-6DAE-6935-FAC9B71855DD}"/>
              </a:ext>
            </a:extLst>
          </p:cNvPr>
          <p:cNvSpPr txBox="1"/>
          <p:nvPr/>
        </p:nvSpPr>
        <p:spPr>
          <a:xfrm>
            <a:off x="182001" y="277374"/>
            <a:ext cx="5117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>
                <a:latin typeface="Meiryo" panose="020B0604030504040204" pitchFamily="34" charset="-128"/>
                <a:ea typeface="Meiryo" panose="020B0604030504040204" pitchFamily="34" charset="-128"/>
              </a:rPr>
              <a:t>次回の</a:t>
            </a:r>
            <a:r>
              <a:rPr kumimoji="1" lang="en-US" altLang="ja-JP" sz="2800" b="1" dirty="0">
                <a:latin typeface="Meiryo" panose="020B0604030504040204" pitchFamily="34" charset="-128"/>
                <a:ea typeface="Meiryo" panose="020B0604030504040204" pitchFamily="34" charset="-128"/>
              </a:rPr>
              <a:t>Python</a:t>
            </a:r>
            <a:r>
              <a:rPr kumimoji="1" lang="ja-JP" altLang="en-US" sz="2800" b="1">
                <a:latin typeface="Meiryo" panose="020B0604030504040204" pitchFamily="34" charset="-128"/>
                <a:ea typeface="Meiryo" panose="020B0604030504040204" pitchFamily="34" charset="-128"/>
              </a:rPr>
              <a:t>セミナーの内容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B5FD71D-8C4D-58E1-7FAA-8B14FE223922}"/>
              </a:ext>
            </a:extLst>
          </p:cNvPr>
          <p:cNvSpPr txBox="1"/>
          <p:nvPr/>
        </p:nvSpPr>
        <p:spPr>
          <a:xfrm>
            <a:off x="235856" y="724041"/>
            <a:ext cx="9809096" cy="1977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n"/>
            </a:pPr>
            <a:r>
              <a:rPr kumimoji="1"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線形とは</a:t>
            </a:r>
            <a:endParaRPr kumimoji="1" lang="en-US" altLang="ja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n"/>
            </a:pP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線形回帰モデルとは</a:t>
            </a:r>
            <a:endParaRPr lang="en-US" altLang="ja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n"/>
            </a:pP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最小二乗法（回帰）、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Lasso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回帰、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PLS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回帰の原理と特徴</a:t>
            </a:r>
            <a:endParaRPr lang="en-US" altLang="ja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23C2BE2-9056-C5B9-F3E6-7434D0B43AC0}"/>
              </a:ext>
            </a:extLst>
          </p:cNvPr>
          <p:cNvSpPr txBox="1"/>
          <p:nvPr/>
        </p:nvSpPr>
        <p:spPr>
          <a:xfrm>
            <a:off x="235856" y="3287792"/>
            <a:ext cx="11956144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800"/>
              </a:spcAft>
              <a:buFont typeface="Wingdings" pitchFamily="2" charset="2"/>
              <a:buChar char="n"/>
            </a:pPr>
            <a:r>
              <a:rPr kumimoji="1"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Lasso</a:t>
            </a:r>
            <a:r>
              <a:rPr kumimoji="1"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回帰で、</a:t>
            </a:r>
            <a:r>
              <a:rPr kumimoji="1"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MEDV</a:t>
            </a:r>
            <a:r>
              <a:rPr kumimoji="1"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を予測してきてください。（削減する特徴量の数を変えて、予測精度を比較してください。）</a:t>
            </a:r>
            <a:endParaRPr kumimoji="1" lang="en-US" altLang="ja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最小二乗法（回帰）、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Lasso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回帰、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PLS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回帰について、調べてきてください。</a:t>
            </a:r>
            <a:r>
              <a:rPr lang="ja-JP" alt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（モデルの原理と特徴を紐づけて説明できるくらい）</a:t>
            </a:r>
            <a:endParaRPr lang="en-US" altLang="ja-JP" sz="2800" dirty="0">
              <a:solidFill>
                <a:schemeClr val="tx1">
                  <a:lumMod val="50000"/>
                  <a:lumOff val="50000"/>
                </a:schemeClr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457200" indent="-457200">
              <a:spcBef>
                <a:spcPts val="1800"/>
              </a:spcBef>
              <a:buFont typeface="Wingdings" pitchFamily="2" charset="2"/>
              <a:buChar char="n"/>
            </a:pPr>
            <a:r>
              <a:rPr kumimoji="1"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下記の単語について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調べてきてください。</a:t>
            </a:r>
            <a:b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オートスケーリング、過学習、次元圧縮、回帰、線形、ハイパーパラメータ</a:t>
            </a:r>
            <a:r>
              <a:rPr lang="ja-JP" alt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（当てられて、ある程度説明できるぐらい）</a:t>
            </a:r>
            <a:endParaRPr lang="en-US" altLang="ja-JP" sz="2800" dirty="0">
              <a:solidFill>
                <a:schemeClr val="tx1">
                  <a:lumMod val="50000"/>
                  <a:lumOff val="50000"/>
                </a:schemeClr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0440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20023</TotalTime>
  <Words>120</Words>
  <Application>Microsoft Macintosh PowerPoint</Application>
  <PresentationFormat>ワイド画面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Meiryo</vt:lpstr>
      <vt:lpstr>游ゴシック</vt:lpstr>
      <vt:lpstr>游ゴシック Light</vt:lpstr>
      <vt:lpstr>Arial</vt:lpstr>
      <vt:lpstr>Wingdings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Utsuhara Jo</dc:creator>
  <cp:lastModifiedBy>Utsuhara Jo</cp:lastModifiedBy>
  <cp:revision>2</cp:revision>
  <dcterms:created xsi:type="dcterms:W3CDTF">2026-05-20T07:28:37Z</dcterms:created>
  <dcterms:modified xsi:type="dcterms:W3CDTF">2026-06-03T05:11:43Z</dcterms:modified>
</cp:coreProperties>
</file>
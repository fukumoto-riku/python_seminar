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8D_7A124934.xml" ContentType="application/vnd.ms-powerpoint.comments+xml"/>
  <Override PartName="/ppt/comments/modernComment_17D_85DD7D33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7F_AD2745FC.xml" ContentType="application/vnd.ms-powerpoint.comments+xml"/>
  <Override PartName="/ppt/charts/chart1.xml" ContentType="application/vnd.openxmlformats-officedocument.drawingml.chart+xml"/>
  <Override PartName="/ppt/comments/modernComment_199_34520A13.xml" ContentType="application/vnd.ms-powerpoint.comments+xml"/>
  <Override PartName="/ppt/comments/modernComment_181_6C675A8A.xml" ContentType="application/vnd.ms-powerpoint.comments+xml"/>
  <Override PartName="/ppt/comments/modernComment_190_80518253.xml" ContentType="application/vnd.ms-powerpoint.comments+xml"/>
  <Override PartName="/ppt/comments/modernComment_193_639E7D7D.xml" ContentType="application/vnd.ms-powerpoint.comments+xml"/>
  <Override PartName="/ppt/comments/modernComment_197_9E54737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720" r:id="rId2"/>
    <p:sldMasterId id="2147483736" r:id="rId3"/>
  </p:sldMasterIdLst>
  <p:notesMasterIdLst>
    <p:notesMasterId r:id="rId28"/>
  </p:notesMasterIdLst>
  <p:sldIdLst>
    <p:sldId id="346" r:id="rId4"/>
    <p:sldId id="397" r:id="rId5"/>
    <p:sldId id="423" r:id="rId6"/>
    <p:sldId id="381" r:id="rId7"/>
    <p:sldId id="414" r:id="rId8"/>
    <p:sldId id="398" r:id="rId9"/>
    <p:sldId id="424" r:id="rId10"/>
    <p:sldId id="419" r:id="rId11"/>
    <p:sldId id="422" r:id="rId12"/>
    <p:sldId id="383" r:id="rId13"/>
    <p:sldId id="425" r:id="rId14"/>
    <p:sldId id="420" r:id="rId15"/>
    <p:sldId id="409" r:id="rId16"/>
    <p:sldId id="385" r:id="rId17"/>
    <p:sldId id="386" r:id="rId18"/>
    <p:sldId id="426" r:id="rId19"/>
    <p:sldId id="400" r:id="rId20"/>
    <p:sldId id="406" r:id="rId21"/>
    <p:sldId id="427" r:id="rId22"/>
    <p:sldId id="403" r:id="rId23"/>
    <p:sldId id="407" r:id="rId24"/>
    <p:sldId id="429" r:id="rId25"/>
    <p:sldId id="430" r:id="rId26"/>
    <p:sldId id="40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1E6354-3C8C-F4A8-01F0-C3E21AFAD11E}" name="Tani Shuichi" initials="TS" userId="S::tani.shuichi.tx3@ms.ext.naist.jp::a260ff07-8de6-49c1-9bff-f965522dd9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F9C3D1-9330-9241-9226-7879E7096B3C}" v="244" dt="2026-07-13T08:33:44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86"/>
    <p:restoredTop sz="94545"/>
  </p:normalViewPr>
  <p:slideViewPr>
    <p:cSldViewPr snapToGrid="0">
      <p:cViewPr varScale="1">
        <p:scale>
          <a:sx n="146" d="100"/>
          <a:sy n="146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 Shuichi" userId="a260ff07-8de6-49c1-9bff-f965522dd9bd" providerId="ADAL" clId="{4CB10E2A-A625-52A6-8568-1E2D363AE143}"/>
    <pc:docChg chg="undo redo custSel addSld delSld modSld sldOrd addMainMaster delMainMaster modMainMaster">
      <pc:chgData name="Tani Shuichi" userId="a260ff07-8de6-49c1-9bff-f965522dd9bd" providerId="ADAL" clId="{4CB10E2A-A625-52A6-8568-1E2D363AE143}" dt="2026-07-13T08:45:10.056" v="2177" actId="14100"/>
      <pc:docMkLst>
        <pc:docMk/>
      </pc:docMkLst>
      <pc:sldChg chg="delSp modSp add mod">
        <pc:chgData name="Tani Shuichi" userId="a260ff07-8de6-49c1-9bff-f965522dd9bd" providerId="ADAL" clId="{4CB10E2A-A625-52A6-8568-1E2D363AE143}" dt="2026-07-11T15:03:03.977" v="988" actId="20577"/>
        <pc:sldMkLst>
          <pc:docMk/>
          <pc:sldMk cId="1985783887" sldId="346"/>
        </pc:sldMkLst>
        <pc:spChg chg="mod">
          <ac:chgData name="Tani Shuichi" userId="a260ff07-8de6-49c1-9bff-f965522dd9bd" providerId="ADAL" clId="{4CB10E2A-A625-52A6-8568-1E2D363AE143}" dt="2026-07-11T15:03:03.977" v="988" actId="20577"/>
          <ac:spMkLst>
            <pc:docMk/>
            <pc:sldMk cId="1985783887" sldId="346"/>
            <ac:spMk id="11" creationId="{00000000-0000-0000-0000-000000000000}"/>
          </ac:spMkLst>
        </pc:spChg>
      </pc:sldChg>
      <pc:sldChg chg="modSp add del mod">
        <pc:chgData name="Tani Shuichi" userId="a260ff07-8de6-49c1-9bff-f965522dd9bd" providerId="ADAL" clId="{4CB10E2A-A625-52A6-8568-1E2D363AE143}" dt="2026-07-13T05:31:28.703" v="1194" actId="2696"/>
        <pc:sldMkLst>
          <pc:docMk/>
          <pc:sldMk cId="4281034194" sldId="380"/>
        </pc:sldMkLst>
      </pc:sldChg>
      <pc:sldChg chg="addSp delSp modSp add mod">
        <pc:chgData name="Tani Shuichi" userId="a260ff07-8de6-49c1-9bff-f965522dd9bd" providerId="ADAL" clId="{4CB10E2A-A625-52A6-8568-1E2D363AE143}" dt="2026-07-13T07:44:06.132" v="1972" actId="1076"/>
        <pc:sldMkLst>
          <pc:docMk/>
          <pc:sldMk cId="2245885235" sldId="381"/>
        </pc:sldMkLst>
        <pc:spChg chg="add mod">
          <ac:chgData name="Tani Shuichi" userId="a260ff07-8de6-49c1-9bff-f965522dd9bd" providerId="ADAL" clId="{4CB10E2A-A625-52A6-8568-1E2D363AE143}" dt="2026-07-13T07:42:39.852" v="1948" actId="164"/>
          <ac:spMkLst>
            <pc:docMk/>
            <pc:sldMk cId="2245885235" sldId="381"/>
            <ac:spMk id="3" creationId="{A3CAB8D9-E7AA-A5B0-049F-68D56B4072DA}"/>
          </ac:spMkLst>
        </pc:spChg>
        <pc:spChg chg="mod">
          <ac:chgData name="Tani Shuichi" userId="a260ff07-8de6-49c1-9bff-f965522dd9bd" providerId="ADAL" clId="{4CB10E2A-A625-52A6-8568-1E2D363AE143}" dt="2026-07-13T07:43:58.832" v="1970" actId="14100"/>
          <ac:spMkLst>
            <pc:docMk/>
            <pc:sldMk cId="2245885235" sldId="381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3:52.249" v="1968" actId="1076"/>
          <ac:spMkLst>
            <pc:docMk/>
            <pc:sldMk cId="2245885235" sldId="381"/>
            <ac:spMk id="24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1.742" v="1089" actId="20577"/>
          <ac:spMkLst>
            <pc:docMk/>
            <pc:sldMk cId="2245885235" sldId="381"/>
            <ac:spMk id="9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57.003" v="1943" actId="13822"/>
          <ac:spMkLst>
            <pc:docMk/>
            <pc:sldMk cId="2245885235" sldId="381"/>
            <ac:spMk id="80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57.003" v="1943" actId="13822"/>
          <ac:spMkLst>
            <pc:docMk/>
            <pc:sldMk cId="2245885235" sldId="381"/>
            <ac:spMk id="802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57.003" v="1943" actId="13822"/>
          <ac:spMkLst>
            <pc:docMk/>
            <pc:sldMk cId="2245885235" sldId="381"/>
            <ac:spMk id="80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57.003" v="1943" actId="13822"/>
          <ac:spMkLst>
            <pc:docMk/>
            <pc:sldMk cId="2245885235" sldId="381"/>
            <ac:spMk id="807" creationId="{00000000-0000-0000-0000-000000000000}"/>
          </ac:spMkLst>
        </pc:spChg>
        <pc:grpChg chg="add mod">
          <ac:chgData name="Tani Shuichi" userId="a260ff07-8de6-49c1-9bff-f965522dd9bd" providerId="ADAL" clId="{4CB10E2A-A625-52A6-8568-1E2D363AE143}" dt="2026-07-13T07:42:39.852" v="1948" actId="164"/>
          <ac:grpSpMkLst>
            <pc:docMk/>
            <pc:sldMk cId="2245885235" sldId="381"/>
            <ac:grpSpMk id="2" creationId="{F06DC403-9741-798F-01BC-40AFD721CBD5}"/>
          </ac:grpSpMkLst>
        </pc:grpChg>
        <pc:grpChg chg="add mod">
          <ac:chgData name="Tani Shuichi" userId="a260ff07-8de6-49c1-9bff-f965522dd9bd" providerId="ADAL" clId="{4CB10E2A-A625-52A6-8568-1E2D363AE143}" dt="2026-07-13T07:44:06.132" v="1972" actId="1076"/>
          <ac:grpSpMkLst>
            <pc:docMk/>
            <pc:sldMk cId="2245885235" sldId="381"/>
            <ac:grpSpMk id="4" creationId="{57680CDC-D237-2CCA-EBDE-5914141F4D89}"/>
          </ac:grpSpMkLst>
        </pc:grpChg>
        <pc:cxnChg chg="mod">
          <ac:chgData name="Tani Shuichi" userId="a260ff07-8de6-49c1-9bff-f965522dd9bd" providerId="ADAL" clId="{4CB10E2A-A625-52A6-8568-1E2D363AE143}" dt="2026-07-13T07:41:57.003" v="1943" actId="13822"/>
          <ac:cxnSpMkLst>
            <pc:docMk/>
            <pc:sldMk cId="2245885235" sldId="381"/>
            <ac:cxnSpMk id="804" creationId="{00000000-0000-0000-0000-000000000000}"/>
          </ac:cxnSpMkLst>
        </pc:cxnChg>
        <pc:cxnChg chg="mod">
          <ac:chgData name="Tani Shuichi" userId="a260ff07-8de6-49c1-9bff-f965522dd9bd" providerId="ADAL" clId="{4CB10E2A-A625-52A6-8568-1E2D363AE143}" dt="2026-07-13T07:41:57.003" v="1943" actId="13822"/>
          <ac:cxnSpMkLst>
            <pc:docMk/>
            <pc:sldMk cId="2245885235" sldId="381"/>
            <ac:cxnSpMk id="805" creationId="{00000000-0000-0000-0000-000000000000}"/>
          </ac:cxnSpMkLst>
        </pc:cxnChg>
        <pc:cxnChg chg="mod">
          <ac:chgData name="Tani Shuichi" userId="a260ff07-8de6-49c1-9bff-f965522dd9bd" providerId="ADAL" clId="{4CB10E2A-A625-52A6-8568-1E2D363AE143}" dt="2026-07-13T07:41:57.003" v="1943" actId="13822"/>
          <ac:cxnSpMkLst>
            <pc:docMk/>
            <pc:sldMk cId="2245885235" sldId="381"/>
            <ac:cxnSpMk id="806" creationId="{00000000-0000-0000-0000-000000000000}"/>
          </ac:cxnSpMkLst>
        </pc:cxnChg>
      </pc:sldChg>
      <pc:sldChg chg="delSp modSp add mod">
        <pc:chgData name="Tani Shuichi" userId="a260ff07-8de6-49c1-9bff-f965522dd9bd" providerId="ADAL" clId="{4CB10E2A-A625-52A6-8568-1E2D363AE143}" dt="2026-07-13T08:27:06.415" v="2075" actId="255"/>
        <pc:sldMkLst>
          <pc:docMk/>
          <pc:sldMk cId="2905032188" sldId="383"/>
        </pc:sldMkLst>
        <pc:spChg chg="mod">
          <ac:chgData name="Tani Shuichi" userId="a260ff07-8de6-49c1-9bff-f965522dd9bd" providerId="ADAL" clId="{4CB10E2A-A625-52A6-8568-1E2D363AE143}" dt="2026-07-13T05:57:17.095" v="1617" actId="20577"/>
          <ac:spMkLst>
            <pc:docMk/>
            <pc:sldMk cId="2905032188" sldId="383"/>
            <ac:spMk id="2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1:21.352" v="1870" actId="1076"/>
          <ac:spMkLst>
            <pc:docMk/>
            <pc:sldMk cId="2905032188" sldId="383"/>
            <ac:spMk id="2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8:27:06.415" v="2075" actId="255"/>
          <ac:spMkLst>
            <pc:docMk/>
            <pc:sldMk cId="2905032188" sldId="383"/>
            <ac:spMk id="25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2.025" v="1091" actId="20577"/>
          <ac:spMkLst>
            <pc:docMk/>
            <pc:sldMk cId="2905032188" sldId="383"/>
            <ac:spMk id="90" creationId="{00000000-0000-0000-0000-000000000000}"/>
          </ac:spMkLst>
        </pc:spChg>
        <pc:graphicFrameChg chg="mod">
          <ac:chgData name="Tani Shuichi" userId="a260ff07-8de6-49c1-9bff-f965522dd9bd" providerId="ADAL" clId="{4CB10E2A-A625-52A6-8568-1E2D363AE143}" dt="2026-07-13T05:57:32.765" v="1618"/>
          <ac:graphicFrameMkLst>
            <pc:docMk/>
            <pc:sldMk cId="2905032188" sldId="383"/>
            <ac:graphicFrameMk id="80" creationId="{00000000-0000-0000-0000-000000000000}"/>
          </ac:graphicFrameMkLst>
        </pc:graphicFrameChg>
      </pc:sldChg>
      <pc:sldChg chg="delSp modSp add mod ord">
        <pc:chgData name="Tani Shuichi" userId="a260ff07-8de6-49c1-9bff-f965522dd9bd" providerId="ADAL" clId="{4CB10E2A-A625-52A6-8568-1E2D363AE143}" dt="2026-07-13T07:13:26.559" v="1910" actId="12"/>
        <pc:sldMkLst>
          <pc:docMk/>
          <pc:sldMk cId="1818712714" sldId="385"/>
        </pc:sldMkLst>
        <pc:spChg chg="mod">
          <ac:chgData name="Tani Shuichi" userId="a260ff07-8de6-49c1-9bff-f965522dd9bd" providerId="ADAL" clId="{4CB10E2A-A625-52A6-8568-1E2D363AE143}" dt="2026-07-13T06:14:43.541" v="1803" actId="20577"/>
          <ac:spMkLst>
            <pc:docMk/>
            <pc:sldMk cId="1818712714" sldId="385"/>
            <ac:spMk id="20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6:14:07.002" v="1771" actId="478"/>
          <ac:spMkLst>
            <pc:docMk/>
            <pc:sldMk cId="1818712714" sldId="385"/>
            <ac:spMk id="21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6:13:59.110" v="1769" actId="478"/>
          <ac:spMkLst>
            <pc:docMk/>
            <pc:sldMk cId="1818712714" sldId="385"/>
            <ac:spMk id="23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6:13:57.040" v="1768" actId="478"/>
          <ac:spMkLst>
            <pc:docMk/>
            <pc:sldMk cId="1818712714" sldId="385"/>
            <ac:spMk id="24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6:14:01.976" v="1770" actId="478"/>
          <ac:spMkLst>
            <pc:docMk/>
            <pc:sldMk cId="1818712714" sldId="385"/>
            <ac:spMk id="25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6:14:01.976" v="1770" actId="478"/>
          <ac:spMkLst>
            <pc:docMk/>
            <pc:sldMk cId="1818712714" sldId="385"/>
            <ac:spMk id="26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2:24.267" v="1883" actId="1076"/>
          <ac:spMkLst>
            <pc:docMk/>
            <pc:sldMk cId="1818712714" sldId="385"/>
            <ac:spMk id="706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3:26.559" v="1910" actId="12"/>
          <ac:spMkLst>
            <pc:docMk/>
            <pc:sldMk cId="1818712714" sldId="385"/>
            <ac:spMk id="707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2:49.800" v="1891" actId="1076"/>
          <ac:spMkLst>
            <pc:docMk/>
            <pc:sldMk cId="1818712714" sldId="385"/>
            <ac:spMk id="708" creationId="{00000000-0000-0000-0000-000000000000}"/>
          </ac:spMkLst>
        </pc:spChg>
      </pc:sldChg>
      <pc:sldChg chg="modSp add mod">
        <pc:chgData name="Tani Shuichi" userId="a260ff07-8de6-49c1-9bff-f965522dd9bd" providerId="ADAL" clId="{4CB10E2A-A625-52A6-8568-1E2D363AE143}" dt="2026-07-11T16:02:02.109" v="1008"/>
        <pc:sldMkLst>
          <pc:docMk/>
          <pc:sldMk cId="970387074" sldId="386"/>
        </pc:sldMkLst>
        <pc:spChg chg="mod">
          <ac:chgData name="Tani Shuichi" userId="a260ff07-8de6-49c1-9bff-f965522dd9bd" providerId="ADAL" clId="{4CB10E2A-A625-52A6-8568-1E2D363AE143}" dt="2026-07-11T16:02:02.108" v="1007"/>
          <ac:spMkLst>
            <pc:docMk/>
            <pc:sldMk cId="970387074" sldId="386"/>
            <ac:spMk id="2" creationId="{7716D30B-61AB-2444-9332-64AFC753488F}"/>
          </ac:spMkLst>
        </pc:spChg>
        <pc:spChg chg="mod">
          <ac:chgData name="Tani Shuichi" userId="a260ff07-8de6-49c1-9bff-f965522dd9bd" providerId="ADAL" clId="{4CB10E2A-A625-52A6-8568-1E2D363AE143}" dt="2026-07-11T16:02:02.109" v="1008"/>
          <ac:spMkLst>
            <pc:docMk/>
            <pc:sldMk cId="970387074" sldId="386"/>
            <ac:spMk id="3" creationId="{ED3AAB90-8517-C24F-8550-136D765A3EE7}"/>
          </ac:spMkLst>
        </pc:spChg>
        <pc:graphicFrameChg chg="modGraphic">
          <ac:chgData name="Tani Shuichi" userId="a260ff07-8de6-49c1-9bff-f965522dd9bd" providerId="ADAL" clId="{4CB10E2A-A625-52A6-8568-1E2D363AE143}" dt="2026-07-11T14:55:08.561" v="892" actId="20577"/>
          <ac:graphicFrameMkLst>
            <pc:docMk/>
            <pc:sldMk cId="970387074" sldId="386"/>
            <ac:graphicFrameMk id="6" creationId="{2D44BD66-8288-7F4A-A759-9FE7B5267FA8}"/>
          </ac:graphicFrameMkLst>
        </pc:graphicFrameChg>
      </pc:sldChg>
      <pc:sldChg chg="addSp delSp modSp add mod">
        <pc:chgData name="Tani Shuichi" userId="a260ff07-8de6-49c1-9bff-f965522dd9bd" providerId="ADAL" clId="{4CB10E2A-A625-52A6-8568-1E2D363AE143}" dt="2026-07-13T06:16:35.033" v="1836" actId="2710"/>
        <pc:sldMkLst>
          <pc:docMk/>
          <pc:sldMk cId="2048018740" sldId="397"/>
        </pc:sldMkLst>
        <pc:spChg chg="add del">
          <ac:chgData name="Tani Shuichi" userId="a260ff07-8de6-49c1-9bff-f965522dd9bd" providerId="ADAL" clId="{4CB10E2A-A625-52A6-8568-1E2D363AE143}" dt="2026-07-13T06:05:41.970" v="1660" actId="22"/>
          <ac:spMkLst>
            <pc:docMk/>
            <pc:sldMk cId="2048018740" sldId="397"/>
            <ac:spMk id="3" creationId="{5B6FD25E-A739-4BE6-156E-24830BEC66BB}"/>
          </ac:spMkLst>
        </pc:spChg>
        <pc:spChg chg="mod">
          <ac:chgData name="Tani Shuichi" userId="a260ff07-8de6-49c1-9bff-f965522dd9bd" providerId="ADAL" clId="{4CB10E2A-A625-52A6-8568-1E2D363AE143}" dt="2026-07-13T06:16:35.033" v="1836" actId="2710"/>
          <ac:spMkLst>
            <pc:docMk/>
            <pc:sldMk cId="2048018740" sldId="397"/>
            <ac:spMk id="23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6:05:28.337" v="1657" actId="478"/>
          <ac:spMkLst>
            <pc:docMk/>
            <pc:sldMk cId="2048018740" sldId="397"/>
            <ac:spMk id="24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1.476" v="1088" actId="20577"/>
          <ac:spMkLst>
            <pc:docMk/>
            <pc:sldMk cId="2048018740" sldId="397"/>
            <ac:spMk id="90" creationId="{00000000-0000-0000-0000-000000000000}"/>
          </ac:spMkLst>
        </pc:spChg>
      </pc:sldChg>
      <pc:sldChg chg="delSp modSp add mod">
        <pc:chgData name="Tani Shuichi" userId="a260ff07-8de6-49c1-9bff-f965522dd9bd" providerId="ADAL" clId="{4CB10E2A-A625-52A6-8568-1E2D363AE143}" dt="2026-07-13T05:53:57.755" v="1498" actId="20577"/>
        <pc:sldMkLst>
          <pc:docMk/>
          <pc:sldMk cId="2213920142" sldId="398"/>
        </pc:sldMkLst>
        <pc:spChg chg="mod">
          <ac:chgData name="Tani Shuichi" userId="a260ff07-8de6-49c1-9bff-f965522dd9bd" providerId="ADAL" clId="{4CB10E2A-A625-52A6-8568-1E2D363AE143}" dt="2026-07-11T18:01:41.642" v="1043" actId="20577"/>
          <ac:spMkLst>
            <pc:docMk/>
            <pc:sldMk cId="2213920142" sldId="398"/>
            <ac:spMk id="2" creationId="{BA6EC8BB-E8D2-A146-A326-4D3445B08753}"/>
          </ac:spMkLst>
        </pc:spChg>
        <pc:spChg chg="mod">
          <ac:chgData name="Tani Shuichi" userId="a260ff07-8de6-49c1-9bff-f965522dd9bd" providerId="ADAL" clId="{4CB10E2A-A625-52A6-8568-1E2D363AE143}" dt="2026-07-11T18:01:41.592" v="1040" actId="20577"/>
          <ac:spMkLst>
            <pc:docMk/>
            <pc:sldMk cId="2213920142" sldId="398"/>
            <ac:spMk id="2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3:26.106" v="1486" actId="27636"/>
          <ac:spMkLst>
            <pc:docMk/>
            <pc:sldMk cId="2213920142" sldId="398"/>
            <ac:spMk id="2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3:57.755" v="1498" actId="20577"/>
          <ac:spMkLst>
            <pc:docMk/>
            <pc:sldMk cId="2213920142" sldId="398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1.874" v="1090" actId="20577"/>
          <ac:spMkLst>
            <pc:docMk/>
            <pc:sldMk cId="2213920142" sldId="398"/>
            <ac:spMk id="90" creationId="{00000000-0000-0000-0000-000000000000}"/>
          </ac:spMkLst>
        </pc:spChg>
      </pc:sldChg>
      <pc:sldChg chg="modSp add del mod ord">
        <pc:chgData name="Tani Shuichi" userId="a260ff07-8de6-49c1-9bff-f965522dd9bd" providerId="ADAL" clId="{4CB10E2A-A625-52A6-8568-1E2D363AE143}" dt="2026-07-13T06:04:25.551" v="1654"/>
        <pc:sldMkLst>
          <pc:docMk/>
          <pc:sldMk cId="2180423817" sldId="399"/>
        </pc:sldMkLst>
      </pc:sldChg>
      <pc:sldChg chg="delSp modSp add mod">
        <pc:chgData name="Tani Shuichi" userId="a260ff07-8de6-49c1-9bff-f965522dd9bd" providerId="ADAL" clId="{4CB10E2A-A625-52A6-8568-1E2D363AE143}" dt="2026-07-13T07:15:10.893" v="1927" actId="12"/>
        <pc:sldMkLst>
          <pc:docMk/>
          <pc:sldMk cId="2152825427" sldId="400"/>
        </pc:sldMkLst>
        <pc:spChg chg="mod">
          <ac:chgData name="Tani Shuichi" userId="a260ff07-8de6-49c1-9bff-f965522dd9bd" providerId="ADAL" clId="{4CB10E2A-A625-52A6-8568-1E2D363AE143}" dt="2026-07-13T07:15:10.893" v="1927" actId="12"/>
          <ac:spMkLst>
            <pc:docMk/>
            <pc:sldMk cId="2152825427" sldId="400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3:38.987" v="1911" actId="1076"/>
          <ac:spMkLst>
            <pc:docMk/>
            <pc:sldMk cId="2152825427" sldId="400"/>
            <ac:spMk id="24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2.992" v="1095" actId="20577"/>
          <ac:spMkLst>
            <pc:docMk/>
            <pc:sldMk cId="2152825427" sldId="400"/>
            <ac:spMk id="90" creationId="{00000000-0000-0000-0000-000000000000}"/>
          </ac:spMkLst>
        </pc:spChg>
      </pc:sldChg>
      <pc:sldChg chg="delSp modSp add mod">
        <pc:chgData name="Tani Shuichi" userId="a260ff07-8de6-49c1-9bff-f965522dd9bd" providerId="ADAL" clId="{4CB10E2A-A625-52A6-8568-1E2D363AE143}" dt="2026-07-11T18:03:43.326" v="1097" actId="20577"/>
        <pc:sldMkLst>
          <pc:docMk/>
          <pc:sldMk cId="1671331197" sldId="403"/>
        </pc:sldMkLst>
        <pc:spChg chg="mod">
          <ac:chgData name="Tani Shuichi" userId="a260ff07-8de6-49c1-9bff-f965522dd9bd" providerId="ADAL" clId="{4CB10E2A-A625-52A6-8568-1E2D363AE143}" dt="2026-07-11T18:02:57.958" v="1065" actId="20577"/>
          <ac:spMkLst>
            <pc:docMk/>
            <pc:sldMk cId="1671331197" sldId="403"/>
            <ac:spMk id="2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23.184" v="1069" actId="27636"/>
          <ac:spMkLst>
            <pc:docMk/>
            <pc:sldMk cId="1671331197" sldId="403"/>
            <ac:spMk id="2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23.164" v="1067" actId="20577"/>
          <ac:spMkLst>
            <pc:docMk/>
            <pc:sldMk cId="1671331197" sldId="403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5:03:45.405" v="991" actId="1076"/>
          <ac:spMkLst>
            <pc:docMk/>
            <pc:sldMk cId="1671331197" sldId="403"/>
            <ac:spMk id="25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3.326" v="1097" actId="20577"/>
          <ac:spMkLst>
            <pc:docMk/>
            <pc:sldMk cId="1671331197" sldId="403"/>
            <ac:spMk id="90" creationId="{00000000-0000-0000-0000-000000000000}"/>
          </ac:spMkLst>
        </pc:spChg>
        <pc:graphicFrameChg chg="mod modGraphic">
          <ac:chgData name="Tani Shuichi" userId="a260ff07-8de6-49c1-9bff-f965522dd9bd" providerId="ADAL" clId="{4CB10E2A-A625-52A6-8568-1E2D363AE143}" dt="2026-07-11T16:02:02.120" v="1011"/>
          <ac:graphicFrameMkLst>
            <pc:docMk/>
            <pc:sldMk cId="1671331197" sldId="403"/>
            <ac:graphicFrameMk id="3" creationId="{27089747-DB2E-114F-B27D-6E17A1EDAFE7}"/>
          </ac:graphicFrameMkLst>
        </pc:graphicFrameChg>
      </pc:sldChg>
      <pc:sldChg chg="delSp modSp add mod ord">
        <pc:chgData name="Tani Shuichi" userId="a260ff07-8de6-49c1-9bff-f965522dd9bd" providerId="ADAL" clId="{4CB10E2A-A625-52A6-8568-1E2D363AE143}" dt="2026-07-13T08:36:14.355" v="2140" actId="20577"/>
        <pc:sldMkLst>
          <pc:docMk/>
          <pc:sldMk cId="1189595533" sldId="405"/>
        </pc:sldMkLst>
        <pc:spChg chg="mod">
          <ac:chgData name="Tani Shuichi" userId="a260ff07-8de6-49c1-9bff-f965522dd9bd" providerId="ADAL" clId="{4CB10E2A-A625-52A6-8568-1E2D363AE143}" dt="2026-07-13T06:21:23.987" v="1868" actId="20577"/>
          <ac:spMkLst>
            <pc:docMk/>
            <pc:sldMk cId="1189595533" sldId="405"/>
            <ac:spMk id="2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8:36:14.355" v="2140" actId="20577"/>
          <ac:spMkLst>
            <pc:docMk/>
            <pc:sldMk cId="1189595533" sldId="405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3.824" v="1099" actId="20577"/>
          <ac:spMkLst>
            <pc:docMk/>
            <pc:sldMk cId="1189595533" sldId="405"/>
            <ac:spMk id="90" creationId="{00000000-0000-0000-0000-000000000000}"/>
          </ac:spMkLst>
        </pc:spChg>
      </pc:sldChg>
      <pc:sldChg chg="delSp modSp add mod">
        <pc:chgData name="Tani Shuichi" userId="a260ff07-8de6-49c1-9bff-f965522dd9bd" providerId="ADAL" clId="{4CB10E2A-A625-52A6-8568-1E2D363AE143}" dt="2026-07-11T18:03:43.158" v="1096" actId="20577"/>
        <pc:sldMkLst>
          <pc:docMk/>
          <pc:sldMk cId="914683424" sldId="406"/>
        </pc:sldMkLst>
        <pc:spChg chg="mod">
          <ac:chgData name="Tani Shuichi" userId="a260ff07-8de6-49c1-9bff-f965522dd9bd" providerId="ADAL" clId="{4CB10E2A-A625-52A6-8568-1E2D363AE143}" dt="2026-07-11T14:53:34.285" v="880" actId="14100"/>
          <ac:spMkLst>
            <pc:docMk/>
            <pc:sldMk cId="914683424" sldId="406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43.158" v="1096" actId="20577"/>
          <ac:spMkLst>
            <pc:docMk/>
            <pc:sldMk cId="914683424" sldId="406"/>
            <ac:spMk id="90" creationId="{00000000-0000-0000-0000-000000000000}"/>
          </ac:spMkLst>
        </pc:spChg>
      </pc:sldChg>
      <pc:sldChg chg="delSp modSp add mod ord">
        <pc:chgData name="Tani Shuichi" userId="a260ff07-8de6-49c1-9bff-f965522dd9bd" providerId="ADAL" clId="{4CB10E2A-A625-52A6-8568-1E2D363AE143}" dt="2026-07-13T08:33:44.738" v="2114"/>
        <pc:sldMkLst>
          <pc:docMk/>
          <pc:sldMk cId="2656334716" sldId="407"/>
        </pc:sldMkLst>
        <pc:spChg chg="mod">
          <ac:chgData name="Tani Shuichi" userId="a260ff07-8de6-49c1-9bff-f965522dd9bd" providerId="ADAL" clId="{4CB10E2A-A625-52A6-8568-1E2D363AE143}" dt="2026-07-11T18:03:23.275" v="1078" actId="20577"/>
          <ac:spMkLst>
            <pc:docMk/>
            <pc:sldMk cId="2656334716" sldId="407"/>
            <ac:spMk id="2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1T18:03:23.292" v="1079" actId="20577"/>
          <ac:spMkLst>
            <pc:docMk/>
            <pc:sldMk cId="2656334716" sldId="407"/>
            <ac:spMk id="2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45.388" v="1935" actId="27636"/>
          <ac:spMkLst>
            <pc:docMk/>
            <pc:sldMk cId="2656334716" sldId="407"/>
            <ac:spMk id="90" creationId="{00000000-0000-0000-0000-000000000000}"/>
          </ac:spMkLst>
        </pc:spChg>
        <pc:graphicFrameChg chg="mod">
          <ac:chgData name="Tani Shuichi" userId="a260ff07-8de6-49c1-9bff-f965522dd9bd" providerId="ADAL" clId="{4CB10E2A-A625-52A6-8568-1E2D363AE143}" dt="2026-07-13T08:33:44.738" v="2114"/>
          <ac:graphicFrameMkLst>
            <pc:docMk/>
            <pc:sldMk cId="2656334716" sldId="407"/>
            <ac:graphicFrameMk id="808" creationId="{27089747-DB2E-114F-B27D-6E17A1EDAFE7}"/>
          </ac:graphicFrameMkLst>
        </pc:graphicFrameChg>
      </pc:sldChg>
      <pc:sldChg chg="addSp modSp add del mod ord">
        <pc:chgData name="Tani Shuichi" userId="a260ff07-8de6-49c1-9bff-f965522dd9bd" providerId="ADAL" clId="{4CB10E2A-A625-52A6-8568-1E2D363AE143}" dt="2026-07-13T07:15:54.472" v="1928" actId="2696"/>
        <pc:sldMkLst>
          <pc:docMk/>
          <pc:sldMk cId="3558449176" sldId="408"/>
        </pc:sldMkLst>
      </pc:sldChg>
      <pc:sldChg chg="delSp modSp add mod ord setBg">
        <pc:chgData name="Tani Shuichi" userId="a260ff07-8de6-49c1-9bff-f965522dd9bd" providerId="ADAL" clId="{4CB10E2A-A625-52A6-8568-1E2D363AE143}" dt="2026-07-13T08:31:32.509" v="2087"/>
        <pc:sldMkLst>
          <pc:docMk/>
          <pc:sldMk cId="877791763" sldId="409"/>
        </pc:sldMkLst>
        <pc:spChg chg="mod">
          <ac:chgData name="Tani Shuichi" userId="a260ff07-8de6-49c1-9bff-f965522dd9bd" providerId="ADAL" clId="{4CB10E2A-A625-52A6-8568-1E2D363AE143}" dt="2026-07-13T06:14:21.855" v="1772"/>
          <ac:spMkLst>
            <pc:docMk/>
            <pc:sldMk cId="877791763" sldId="409"/>
            <ac:spMk id="20" creationId="{92788A48-124F-2667-11F9-63D59ACF1FB4}"/>
          </ac:spMkLst>
        </pc:spChg>
        <pc:spChg chg="del mod">
          <ac:chgData name="Tani Shuichi" userId="a260ff07-8de6-49c1-9bff-f965522dd9bd" providerId="ADAL" clId="{4CB10E2A-A625-52A6-8568-1E2D363AE143}" dt="2026-07-13T06:19:43.037" v="1853" actId="478"/>
          <ac:spMkLst>
            <pc:docMk/>
            <pc:sldMk cId="877791763" sldId="409"/>
            <ac:spMk id="21" creationId="{0BB7599B-2EBA-D3FE-33C6-29C7B3AB343E}"/>
          </ac:spMkLst>
        </pc:spChg>
        <pc:spChg chg="del">
          <ac:chgData name="Tani Shuichi" userId="a260ff07-8de6-49c1-9bff-f965522dd9bd" providerId="ADAL" clId="{4CB10E2A-A625-52A6-8568-1E2D363AE143}" dt="2026-07-13T06:19:38.220" v="1851" actId="478"/>
          <ac:spMkLst>
            <pc:docMk/>
            <pc:sldMk cId="877791763" sldId="409"/>
            <ac:spMk id="23" creationId="{10602662-EB62-62EC-FDF0-85C6450A2805}"/>
          </ac:spMkLst>
        </pc:spChg>
        <pc:spChg chg="del">
          <ac:chgData name="Tani Shuichi" userId="a260ff07-8de6-49c1-9bff-f965522dd9bd" providerId="ADAL" clId="{4CB10E2A-A625-52A6-8568-1E2D363AE143}" dt="2026-07-13T06:19:38.220" v="1851" actId="478"/>
          <ac:spMkLst>
            <pc:docMk/>
            <pc:sldMk cId="877791763" sldId="409"/>
            <ac:spMk id="24" creationId="{02EDC888-BD23-9DDE-1E64-28CCB31E531F}"/>
          </ac:spMkLst>
        </pc:spChg>
        <pc:spChg chg="del">
          <ac:chgData name="Tani Shuichi" userId="a260ff07-8de6-49c1-9bff-f965522dd9bd" providerId="ADAL" clId="{4CB10E2A-A625-52A6-8568-1E2D363AE143}" dt="2026-07-13T06:19:38.220" v="1851" actId="478"/>
          <ac:spMkLst>
            <pc:docMk/>
            <pc:sldMk cId="877791763" sldId="409"/>
            <ac:spMk id="25" creationId="{68CC51B6-7239-CC5E-50B9-12C9B99C5DBB}"/>
          </ac:spMkLst>
        </pc:spChg>
        <pc:spChg chg="del">
          <ac:chgData name="Tani Shuichi" userId="a260ff07-8de6-49c1-9bff-f965522dd9bd" providerId="ADAL" clId="{4CB10E2A-A625-52A6-8568-1E2D363AE143}" dt="2026-07-13T06:19:38.220" v="1851" actId="478"/>
          <ac:spMkLst>
            <pc:docMk/>
            <pc:sldMk cId="877791763" sldId="409"/>
            <ac:spMk id="26" creationId="{FFD26D55-5540-0C31-0244-BC64F7988D1A}"/>
          </ac:spMkLst>
        </pc:spChg>
        <pc:spChg chg="mod">
          <ac:chgData name="Tani Shuichi" userId="a260ff07-8de6-49c1-9bff-f965522dd9bd" providerId="ADAL" clId="{4CB10E2A-A625-52A6-8568-1E2D363AE143}" dt="2026-07-13T08:30:53.035" v="2081"/>
          <ac:spMkLst>
            <pc:docMk/>
            <pc:sldMk cId="877791763" sldId="409"/>
            <ac:spMk id="703" creationId="{52420683-827A-F179-DC08-24D1B632C4DB}"/>
          </ac:spMkLst>
        </pc:spChg>
        <pc:spChg chg="mod">
          <ac:chgData name="Tani Shuichi" userId="a260ff07-8de6-49c1-9bff-f965522dd9bd" providerId="ADAL" clId="{4CB10E2A-A625-52A6-8568-1E2D363AE143}" dt="2026-07-13T08:31:08.644" v="2083"/>
          <ac:spMkLst>
            <pc:docMk/>
            <pc:sldMk cId="877791763" sldId="409"/>
            <ac:spMk id="704" creationId="{7054A37F-0DFE-3004-0E4F-B7D3A6CCEFF9}"/>
          </ac:spMkLst>
        </pc:spChg>
        <pc:spChg chg="mod">
          <ac:chgData name="Tani Shuichi" userId="a260ff07-8de6-49c1-9bff-f965522dd9bd" providerId="ADAL" clId="{4CB10E2A-A625-52A6-8568-1E2D363AE143}" dt="2026-07-13T08:31:32.509" v="2087"/>
          <ac:spMkLst>
            <pc:docMk/>
            <pc:sldMk cId="877791763" sldId="409"/>
            <ac:spMk id="705" creationId="{B8E5BB44-3927-4F22-033A-65D323C01AF4}"/>
          </ac:spMkLst>
        </pc:spChg>
      </pc:sldChg>
      <pc:sldChg chg="modSp add del mod ord">
        <pc:chgData name="Tani Shuichi" userId="a260ff07-8de6-49c1-9bff-f965522dd9bd" providerId="ADAL" clId="{4CB10E2A-A625-52A6-8568-1E2D363AE143}" dt="2026-07-13T06:12:47.750" v="1741" actId="2696"/>
        <pc:sldMkLst>
          <pc:docMk/>
          <pc:sldMk cId="2853863171" sldId="409"/>
        </pc:sldMkLst>
        <pc:spChg chg="mod">
          <ac:chgData name="Tani Shuichi" userId="a260ff07-8de6-49c1-9bff-f965522dd9bd" providerId="ADAL" clId="{4CB10E2A-A625-52A6-8568-1E2D363AE143}" dt="2026-07-13T05:17:55.371" v="1127" actId="27636"/>
          <ac:spMkLst>
            <pc:docMk/>
            <pc:sldMk cId="2853863171" sldId="409"/>
            <ac:spMk id="21" creationId="{00000000-0000-0000-0000-000000000000}"/>
          </ac:spMkLst>
        </pc:spChg>
      </pc:sldChg>
      <pc:sldChg chg="addSp modSp add del mod ord">
        <pc:chgData name="Tani Shuichi" userId="a260ff07-8de6-49c1-9bff-f965522dd9bd" providerId="ADAL" clId="{4CB10E2A-A625-52A6-8568-1E2D363AE143}" dt="2026-07-13T06:11:57.012" v="1736" actId="2696"/>
        <pc:sldMkLst>
          <pc:docMk/>
          <pc:sldMk cId="3422295958" sldId="411"/>
        </pc:sldMkLst>
      </pc:sldChg>
      <pc:sldChg chg="addSp modSp new del mod modClrScheme chgLayout">
        <pc:chgData name="Tani Shuichi" userId="a260ff07-8de6-49c1-9bff-f965522dd9bd" providerId="ADAL" clId="{4CB10E2A-A625-52A6-8568-1E2D363AE143}" dt="2026-07-13T05:20:17.361" v="1129"/>
        <pc:sldMkLst>
          <pc:docMk/>
          <pc:sldMk cId="1409903242" sldId="412"/>
        </pc:sldMkLst>
        <pc:spChg chg="add mod">
          <ac:chgData name="Tani Shuichi" userId="a260ff07-8de6-49c1-9bff-f965522dd9bd" providerId="ADAL" clId="{4CB10E2A-A625-52A6-8568-1E2D363AE143}" dt="2026-07-13T05:15:29.582" v="1126" actId="20577"/>
          <ac:spMkLst>
            <pc:docMk/>
            <pc:sldMk cId="1409903242" sldId="412"/>
            <ac:spMk id="2" creationId="{833D437E-11DA-29A5-389A-AD1306A42B23}"/>
          </ac:spMkLst>
        </pc:spChg>
      </pc:sldChg>
      <pc:sldChg chg="add del">
        <pc:chgData name="Tani Shuichi" userId="a260ff07-8de6-49c1-9bff-f965522dd9bd" providerId="ADAL" clId="{4CB10E2A-A625-52A6-8568-1E2D363AE143}" dt="2026-07-13T05:21:16.581" v="1131"/>
        <pc:sldMkLst>
          <pc:docMk/>
          <pc:sldMk cId="1467695595" sldId="413"/>
        </pc:sldMkLst>
      </pc:sldChg>
      <pc:sldChg chg="addSp delSp modSp add del mod ord modClrScheme chgLayout">
        <pc:chgData name="Tani Shuichi" userId="a260ff07-8de6-49c1-9bff-f965522dd9bd" providerId="ADAL" clId="{4CB10E2A-A625-52A6-8568-1E2D363AE143}" dt="2026-07-13T05:53:02.465" v="1469" actId="108"/>
        <pc:sldMkLst>
          <pc:docMk/>
          <pc:sldMk cId="914179811" sldId="414"/>
        </pc:sldMkLst>
        <pc:spChg chg="del mod ord">
          <ac:chgData name="Tani Shuichi" userId="a260ff07-8de6-49c1-9bff-f965522dd9bd" providerId="ADAL" clId="{4CB10E2A-A625-52A6-8568-1E2D363AE143}" dt="2026-07-13T05:33:08.744" v="1203" actId="478"/>
          <ac:spMkLst>
            <pc:docMk/>
            <pc:sldMk cId="914179811" sldId="414"/>
            <ac:spMk id="2" creationId="{833D437E-11DA-29A5-389A-AD1306A42B23}"/>
          </ac:spMkLst>
        </pc:spChg>
        <pc:spChg chg="add del">
          <ac:chgData name="Tani Shuichi" userId="a260ff07-8de6-49c1-9bff-f965522dd9bd" providerId="ADAL" clId="{4CB10E2A-A625-52A6-8568-1E2D363AE143}" dt="2026-07-13T05:33:46.747" v="1212" actId="478"/>
          <ac:spMkLst>
            <pc:docMk/>
            <pc:sldMk cId="914179811" sldId="414"/>
            <ac:spMk id="3" creationId="{81F63756-A939-9CFD-1444-45C1E632F863}"/>
          </ac:spMkLst>
        </pc:spChg>
        <pc:spChg chg="add mod">
          <ac:chgData name="Tani Shuichi" userId="a260ff07-8de6-49c1-9bff-f965522dd9bd" providerId="ADAL" clId="{4CB10E2A-A625-52A6-8568-1E2D363AE143}" dt="2026-07-13T05:44:32.593" v="1330" actId="13822"/>
          <ac:spMkLst>
            <pc:docMk/>
            <pc:sldMk cId="914179811" sldId="414"/>
            <ac:spMk id="6" creationId="{7F1293E2-3CA8-5952-81A9-F07C12B13CA3}"/>
          </ac:spMkLst>
        </pc:spChg>
        <pc:spChg chg="del mod">
          <ac:chgData name="Tani Shuichi" userId="a260ff07-8de6-49c1-9bff-f965522dd9bd" providerId="ADAL" clId="{4CB10E2A-A625-52A6-8568-1E2D363AE143}" dt="2026-07-13T05:40:15.109" v="1294" actId="478"/>
          <ac:spMkLst>
            <pc:docMk/>
            <pc:sldMk cId="914179811" sldId="414"/>
            <ac:spMk id="10" creationId="{00000000-0000-0000-0000-000000000000}"/>
          </ac:spMkLst>
        </pc:spChg>
        <pc:spChg chg="add del">
          <ac:chgData name="Tani Shuichi" userId="a260ff07-8de6-49c1-9bff-f965522dd9bd" providerId="ADAL" clId="{4CB10E2A-A625-52A6-8568-1E2D363AE143}" dt="2026-07-13T05:40:17.487" v="1295" actId="478"/>
          <ac:spMkLst>
            <pc:docMk/>
            <pc:sldMk cId="914179811" sldId="414"/>
            <ac:spMk id="11" creationId="{00000000-0000-0000-0000-000000000000}"/>
          </ac:spMkLst>
        </pc:spChg>
        <pc:spChg chg="add del mod">
          <ac:chgData name="Tani Shuichi" userId="a260ff07-8de6-49c1-9bff-f965522dd9bd" providerId="ADAL" clId="{4CB10E2A-A625-52A6-8568-1E2D363AE143}" dt="2026-07-13T05:33:56.684" v="1213" actId="478"/>
          <ac:spMkLst>
            <pc:docMk/>
            <pc:sldMk cId="914179811" sldId="414"/>
            <ac:spMk id="12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5:33:56.684" v="1213" actId="478"/>
          <ac:spMkLst>
            <pc:docMk/>
            <pc:sldMk cId="914179811" sldId="414"/>
            <ac:spMk id="13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5:33:56.684" v="1213" actId="478"/>
          <ac:spMkLst>
            <pc:docMk/>
            <pc:sldMk cId="914179811" sldId="414"/>
            <ac:spMk id="14" creationId="{00000000-0000-0000-0000-000000000000}"/>
          </ac:spMkLst>
        </pc:spChg>
        <pc:spChg chg="del mod">
          <ac:chgData name="Tani Shuichi" userId="a260ff07-8de6-49c1-9bff-f965522dd9bd" providerId="ADAL" clId="{4CB10E2A-A625-52A6-8568-1E2D363AE143}" dt="2026-07-13T05:32:33.396" v="1197" actId="478"/>
          <ac:spMkLst>
            <pc:docMk/>
            <pc:sldMk cId="914179811" sldId="414"/>
            <ac:spMk id="15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3:02.465" v="1469" actId="108"/>
          <ac:spMkLst>
            <pc:docMk/>
            <pc:sldMk cId="914179811" sldId="414"/>
            <ac:spMk id="16" creationId="{00000000-0000-0000-0000-000000000000}"/>
          </ac:spMkLst>
        </pc:spChg>
        <pc:graphicFrameChg chg="add del modGraphic">
          <ac:chgData name="Tani Shuichi" userId="a260ff07-8de6-49c1-9bff-f965522dd9bd" providerId="ADAL" clId="{4CB10E2A-A625-52A6-8568-1E2D363AE143}" dt="2026-07-13T05:34:48.359" v="1215" actId="1032"/>
          <ac:graphicFrameMkLst>
            <pc:docMk/>
            <pc:sldMk cId="914179811" sldId="414"/>
            <ac:graphicFrameMk id="4" creationId="{6E99800E-7FBB-E6EC-743C-D58BB0DA8DAF}"/>
          </ac:graphicFrameMkLst>
        </pc:graphicFrameChg>
        <pc:graphicFrameChg chg="add mod modGraphic">
          <ac:chgData name="Tani Shuichi" userId="a260ff07-8de6-49c1-9bff-f965522dd9bd" providerId="ADAL" clId="{4CB10E2A-A625-52A6-8568-1E2D363AE143}" dt="2026-07-13T05:44:58.063" v="1365" actId="20577"/>
          <ac:graphicFrameMkLst>
            <pc:docMk/>
            <pc:sldMk cId="914179811" sldId="414"/>
            <ac:graphicFrameMk id="5" creationId="{525A058D-2D84-B677-2268-2C6D6C260CD2}"/>
          </ac:graphicFrameMkLst>
        </pc:graphicFrameChg>
      </pc:sldChg>
      <pc:sldChg chg="addSp delSp modSp new del mod modClrScheme chgLayout">
        <pc:chgData name="Tani Shuichi" userId="a260ff07-8de6-49c1-9bff-f965522dd9bd" providerId="ADAL" clId="{4CB10E2A-A625-52A6-8568-1E2D363AE143}" dt="2026-07-13T05:57:34.354" v="1620"/>
        <pc:sldMkLst>
          <pc:docMk/>
          <pc:sldMk cId="4262387445" sldId="415"/>
        </pc:sldMkLst>
        <pc:spChg chg="add del mod ord">
          <ac:chgData name="Tani Shuichi" userId="a260ff07-8de6-49c1-9bff-f965522dd9bd" providerId="ADAL" clId="{4CB10E2A-A625-52A6-8568-1E2D363AE143}" dt="2026-07-13T05:55:01.079" v="1504" actId="700"/>
          <ac:spMkLst>
            <pc:docMk/>
            <pc:sldMk cId="4262387445" sldId="415"/>
            <ac:spMk id="2" creationId="{5DA31768-5F1C-0D0F-FE6C-F77050088AD1}"/>
          </ac:spMkLst>
        </pc:spChg>
        <pc:spChg chg="add del mod ord">
          <ac:chgData name="Tani Shuichi" userId="a260ff07-8de6-49c1-9bff-f965522dd9bd" providerId="ADAL" clId="{4CB10E2A-A625-52A6-8568-1E2D363AE143}" dt="2026-07-13T05:55:12.081" v="1505" actId="700"/>
          <ac:spMkLst>
            <pc:docMk/>
            <pc:sldMk cId="4262387445" sldId="415"/>
            <ac:spMk id="3" creationId="{685E4B8C-9388-205F-5E5D-041D88F3E38C}"/>
          </ac:spMkLst>
        </pc:spChg>
        <pc:spChg chg="add mod">
          <ac:chgData name="Tani Shuichi" userId="a260ff07-8de6-49c1-9bff-f965522dd9bd" providerId="ADAL" clId="{4CB10E2A-A625-52A6-8568-1E2D363AE143}" dt="2026-07-13T05:55:12.523" v="1506"/>
          <ac:spMkLst>
            <pc:docMk/>
            <pc:sldMk cId="4262387445" sldId="415"/>
            <ac:spMk id="4" creationId="{508D035B-86DB-60BC-09B4-0CB4335B35E3}"/>
          </ac:spMkLst>
        </pc:spChg>
        <pc:spChg chg="add mod">
          <ac:chgData name="Tani Shuichi" userId="a260ff07-8de6-49c1-9bff-f965522dd9bd" providerId="ADAL" clId="{4CB10E2A-A625-52A6-8568-1E2D363AE143}" dt="2026-07-13T05:55:37.745" v="1558" actId="20577"/>
          <ac:spMkLst>
            <pc:docMk/>
            <pc:sldMk cId="4262387445" sldId="415"/>
            <ac:spMk id="5" creationId="{F23B7B27-DD6F-0753-3B86-22F1DEDC1C97}"/>
          </ac:spMkLst>
        </pc:spChg>
      </pc:sldChg>
      <pc:sldChg chg="modSp add del mod">
        <pc:chgData name="Tani Shuichi" userId="a260ff07-8de6-49c1-9bff-f965522dd9bd" providerId="ADAL" clId="{4CB10E2A-A625-52A6-8568-1E2D363AE143}" dt="2026-07-13T05:58:26.925" v="1630"/>
        <pc:sldMkLst>
          <pc:docMk/>
          <pc:sldMk cId="2948298364" sldId="416"/>
        </pc:sldMkLst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4" creationId="{508D035B-86DB-60BC-09B4-0CB4335B35E3}"/>
          </ac:spMkLst>
        </pc:spChg>
        <pc:spChg chg="mod">
          <ac:chgData name="Tani Shuichi" userId="a260ff07-8de6-49c1-9bff-f965522dd9bd" providerId="ADAL" clId="{4CB10E2A-A625-52A6-8568-1E2D363AE143}" dt="2026-07-13T05:58:20.478" v="1627" actId="255"/>
          <ac:spMkLst>
            <pc:docMk/>
            <pc:sldMk cId="2948298364" sldId="416"/>
            <ac:spMk id="5" creationId="{F23B7B27-DD6F-0753-3B86-22F1DEDC1C97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1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12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1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16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17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19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3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3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25.433" v="1628" actId="255"/>
          <ac:spMkLst>
            <pc:docMk/>
            <pc:sldMk cId="2948298364" sldId="416"/>
            <ac:spMk id="32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5:58:14.967" v="1624" actId="255"/>
          <ac:spMkLst>
            <pc:docMk/>
            <pc:sldMk cId="2948298364" sldId="416"/>
            <ac:spMk id="33" creationId="{00000000-0000-0000-0000-000000000000}"/>
          </ac:spMkLst>
        </pc:spChg>
      </pc:sldChg>
      <pc:sldChg chg="add del">
        <pc:chgData name="Tani Shuichi" userId="a260ff07-8de6-49c1-9bff-f965522dd9bd" providerId="ADAL" clId="{4CB10E2A-A625-52A6-8568-1E2D363AE143}" dt="2026-07-13T05:59:53.017" v="1632"/>
        <pc:sldMkLst>
          <pc:docMk/>
          <pc:sldMk cId="1182447709" sldId="417"/>
        </pc:sldMkLst>
      </pc:sldChg>
      <pc:sldChg chg="add del">
        <pc:chgData name="Tani Shuichi" userId="a260ff07-8de6-49c1-9bff-f965522dd9bd" providerId="ADAL" clId="{4CB10E2A-A625-52A6-8568-1E2D363AE143}" dt="2026-07-13T06:00:53.055" v="1634"/>
        <pc:sldMkLst>
          <pc:docMk/>
          <pc:sldMk cId="3870162484" sldId="418"/>
        </pc:sldMkLst>
      </pc:sldChg>
      <pc:sldChg chg="modSp add mod">
        <pc:chgData name="Tani Shuichi" userId="a260ff07-8de6-49c1-9bff-f965522dd9bd" providerId="ADAL" clId="{4CB10E2A-A625-52A6-8568-1E2D363AE143}" dt="2026-07-13T06:03:37.104" v="1652" actId="1076"/>
        <pc:sldMkLst>
          <pc:docMk/>
          <pc:sldMk cId="2677217006" sldId="419"/>
        </pc:sldMkLst>
        <pc:spChg chg="mod">
          <ac:chgData name="Tani Shuichi" userId="a260ff07-8de6-49c1-9bff-f965522dd9bd" providerId="ADAL" clId="{4CB10E2A-A625-52A6-8568-1E2D363AE143}" dt="2026-07-13T06:03:15.520" v="1650" actId="207"/>
          <ac:spMkLst>
            <pc:docMk/>
            <pc:sldMk cId="2677217006" sldId="419"/>
            <ac:spMk id="18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2:10.598" v="1641" actId="255"/>
          <ac:spMkLst>
            <pc:docMk/>
            <pc:sldMk cId="2677217006" sldId="419"/>
            <ac:spMk id="3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3:37.104" v="1652" actId="1076"/>
          <ac:spMkLst>
            <pc:docMk/>
            <pc:sldMk cId="2677217006" sldId="419"/>
            <ac:spMk id="33" creationId="{00000000-0000-0000-0000-000000000000}"/>
          </ac:spMkLst>
        </pc:spChg>
      </pc:sldChg>
      <pc:sldChg chg="modSp add mod">
        <pc:chgData name="Tani Shuichi" userId="a260ff07-8de6-49c1-9bff-f965522dd9bd" providerId="ADAL" clId="{4CB10E2A-A625-52A6-8568-1E2D363AE143}" dt="2026-07-13T06:09:14.555" v="1695" actId="113"/>
        <pc:sldMkLst>
          <pc:docMk/>
          <pc:sldMk cId="600677428" sldId="420"/>
        </pc:sldMkLst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22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24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4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42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4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01.316" v="1693" actId="207"/>
          <ac:spMkLst>
            <pc:docMk/>
            <pc:sldMk cId="600677428" sldId="420"/>
            <ac:spMk id="44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45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47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48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49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01.316" v="1693" actId="207"/>
          <ac:spMkLst>
            <pc:docMk/>
            <pc:sldMk cId="600677428" sldId="420"/>
            <ac:spMk id="57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6:09:14.555" v="1695" actId="113"/>
          <ac:spMkLst>
            <pc:docMk/>
            <pc:sldMk cId="600677428" sldId="420"/>
            <ac:spMk id="90" creationId="{00000000-0000-0000-0000-000000000000}"/>
          </ac:spMkLst>
        </pc:spChg>
      </pc:sldChg>
      <pc:sldChg chg="modSp add del mod setBg">
        <pc:chgData name="Tani Shuichi" userId="a260ff07-8de6-49c1-9bff-f965522dd9bd" providerId="ADAL" clId="{4CB10E2A-A625-52A6-8568-1E2D363AE143}" dt="2026-07-13T06:16:45.863" v="1837" actId="2696"/>
        <pc:sldMkLst>
          <pc:docMk/>
          <pc:sldMk cId="1433646919" sldId="421"/>
        </pc:sldMkLst>
        <pc:spChg chg="mod">
          <ac:chgData name="Tani Shuichi" userId="a260ff07-8de6-49c1-9bff-f965522dd9bd" providerId="ADAL" clId="{4CB10E2A-A625-52A6-8568-1E2D363AE143}" dt="2026-07-13T06:05:57.709" v="1663" actId="207"/>
          <ac:spMkLst>
            <pc:docMk/>
            <pc:sldMk cId="1433646919" sldId="421"/>
            <ac:spMk id="23" creationId="{42DA5CA5-3C02-2238-4D2C-7855A15C61E1}"/>
          </ac:spMkLst>
        </pc:spChg>
      </pc:sldChg>
      <pc:sldChg chg="modSp add mod ord setBg">
        <pc:chgData name="Tani Shuichi" userId="a260ff07-8de6-49c1-9bff-f965522dd9bd" providerId="ADAL" clId="{4CB10E2A-A625-52A6-8568-1E2D363AE143}" dt="2026-07-13T08:45:10.056" v="2177" actId="14100"/>
        <pc:sldMkLst>
          <pc:docMk/>
          <pc:sldMk cId="1146017641" sldId="422"/>
        </pc:sldMkLst>
        <pc:spChg chg="mod">
          <ac:chgData name="Tani Shuichi" userId="a260ff07-8de6-49c1-9bff-f965522dd9bd" providerId="ADAL" clId="{4CB10E2A-A625-52A6-8568-1E2D363AE143}" dt="2026-07-13T08:26:20.183" v="2070"/>
          <ac:spMkLst>
            <pc:docMk/>
            <pc:sldMk cId="1146017641" sldId="422"/>
            <ac:spMk id="23" creationId="{1174B3BC-2CF3-A2CC-1B82-9CDD5F1832B0}"/>
          </ac:spMkLst>
        </pc:spChg>
        <pc:spChg chg="mod">
          <ac:chgData name="Tani Shuichi" userId="a260ff07-8de6-49c1-9bff-f965522dd9bd" providerId="ADAL" clId="{4CB10E2A-A625-52A6-8568-1E2D363AE143}" dt="2026-07-13T08:45:10.056" v="2177" actId="14100"/>
          <ac:spMkLst>
            <pc:docMk/>
            <pc:sldMk cId="1146017641" sldId="422"/>
            <ac:spMk id="24" creationId="{52420683-827A-F179-DC08-24D1B632C4DB}"/>
          </ac:spMkLst>
        </pc:spChg>
        <pc:spChg chg="mod">
          <ac:chgData name="Tani Shuichi" userId="a260ff07-8de6-49c1-9bff-f965522dd9bd" providerId="ADAL" clId="{4CB10E2A-A625-52A6-8568-1E2D363AE143}" dt="2026-07-13T08:24:33.865" v="2055" actId="14100"/>
          <ac:spMkLst>
            <pc:docMk/>
            <pc:sldMk cId="1146017641" sldId="422"/>
            <ac:spMk id="25" creationId="{7054A37F-0DFE-3004-0E4F-B7D3A6CCEFF9}"/>
          </ac:spMkLst>
        </pc:spChg>
        <pc:spChg chg="mod">
          <ac:chgData name="Tani Shuichi" userId="a260ff07-8de6-49c1-9bff-f965522dd9bd" providerId="ADAL" clId="{4CB10E2A-A625-52A6-8568-1E2D363AE143}" dt="2026-07-13T08:25:58.919" v="2067"/>
          <ac:spMkLst>
            <pc:docMk/>
            <pc:sldMk cId="1146017641" sldId="422"/>
            <ac:spMk id="26" creationId="{B8E5BB44-3927-4F22-033A-65D323C01AF4}"/>
          </ac:spMkLst>
        </pc:spChg>
      </pc:sldChg>
      <pc:sldChg chg="add del setBg">
        <pc:chgData name="Tani Shuichi" userId="a260ff07-8de6-49c1-9bff-f965522dd9bd" providerId="ADAL" clId="{4CB10E2A-A625-52A6-8568-1E2D363AE143}" dt="2026-07-13T06:12:45.313" v="1740"/>
        <pc:sldMkLst>
          <pc:docMk/>
          <pc:sldMk cId="394722258" sldId="423"/>
        </pc:sldMkLst>
      </pc:sldChg>
      <pc:sldChg chg="modSp add mod setBg">
        <pc:chgData name="Tani Shuichi" userId="a260ff07-8de6-49c1-9bff-f965522dd9bd" providerId="ADAL" clId="{4CB10E2A-A625-52A6-8568-1E2D363AE143}" dt="2026-07-13T06:16:58.253" v="1839" actId="207"/>
        <pc:sldMkLst>
          <pc:docMk/>
          <pc:sldMk cId="4234785786" sldId="423"/>
        </pc:sldMkLst>
        <pc:spChg chg="mod">
          <ac:chgData name="Tani Shuichi" userId="a260ff07-8de6-49c1-9bff-f965522dd9bd" providerId="ADAL" clId="{4CB10E2A-A625-52A6-8568-1E2D363AE143}" dt="2026-07-13T06:16:58.253" v="1839" actId="207"/>
          <ac:spMkLst>
            <pc:docMk/>
            <pc:sldMk cId="4234785786" sldId="423"/>
            <ac:spMk id="23" creationId="{295D223F-DAF4-2AD5-F5B4-488BADB15C2B}"/>
          </ac:spMkLst>
        </pc:spChg>
      </pc:sldChg>
      <pc:sldChg chg="modSp add mod setBg">
        <pc:chgData name="Tani Shuichi" userId="a260ff07-8de6-49c1-9bff-f965522dd9bd" providerId="ADAL" clId="{4CB10E2A-A625-52A6-8568-1E2D363AE143}" dt="2026-07-13T06:17:13.126" v="1842" actId="207"/>
        <pc:sldMkLst>
          <pc:docMk/>
          <pc:sldMk cId="4110755975" sldId="424"/>
        </pc:sldMkLst>
        <pc:spChg chg="mod">
          <ac:chgData name="Tani Shuichi" userId="a260ff07-8de6-49c1-9bff-f965522dd9bd" providerId="ADAL" clId="{4CB10E2A-A625-52A6-8568-1E2D363AE143}" dt="2026-07-13T06:17:13.126" v="1842" actId="207"/>
          <ac:spMkLst>
            <pc:docMk/>
            <pc:sldMk cId="4110755975" sldId="424"/>
            <ac:spMk id="23" creationId="{53861C42-C007-D1BC-635F-B091C92618C0}"/>
          </ac:spMkLst>
        </pc:spChg>
      </pc:sldChg>
      <pc:sldChg chg="modSp add mod setBg">
        <pc:chgData name="Tani Shuichi" userId="a260ff07-8de6-49c1-9bff-f965522dd9bd" providerId="ADAL" clId="{4CB10E2A-A625-52A6-8568-1E2D363AE143}" dt="2026-07-13T06:17:27.947" v="1845" actId="207"/>
        <pc:sldMkLst>
          <pc:docMk/>
          <pc:sldMk cId="3182565505" sldId="425"/>
        </pc:sldMkLst>
        <pc:spChg chg="mod">
          <ac:chgData name="Tani Shuichi" userId="a260ff07-8de6-49c1-9bff-f965522dd9bd" providerId="ADAL" clId="{4CB10E2A-A625-52A6-8568-1E2D363AE143}" dt="2026-07-13T06:17:27.947" v="1845" actId="207"/>
          <ac:spMkLst>
            <pc:docMk/>
            <pc:sldMk cId="3182565505" sldId="425"/>
            <ac:spMk id="23" creationId="{0C113762-2D49-D450-656B-800E1AF342E0}"/>
          </ac:spMkLst>
        </pc:spChg>
      </pc:sldChg>
      <pc:sldChg chg="modSp add mod setBg">
        <pc:chgData name="Tani Shuichi" userId="a260ff07-8de6-49c1-9bff-f965522dd9bd" providerId="ADAL" clId="{4CB10E2A-A625-52A6-8568-1E2D363AE143}" dt="2026-07-13T06:17:42.710" v="1848" actId="207"/>
        <pc:sldMkLst>
          <pc:docMk/>
          <pc:sldMk cId="2413223731" sldId="426"/>
        </pc:sldMkLst>
        <pc:spChg chg="mod">
          <ac:chgData name="Tani Shuichi" userId="a260ff07-8de6-49c1-9bff-f965522dd9bd" providerId="ADAL" clId="{4CB10E2A-A625-52A6-8568-1E2D363AE143}" dt="2026-07-13T06:17:42.710" v="1848" actId="207"/>
          <ac:spMkLst>
            <pc:docMk/>
            <pc:sldMk cId="2413223731" sldId="426"/>
            <ac:spMk id="23" creationId="{DDEB401E-71B2-47A1-317B-B98729B2EB9C}"/>
          </ac:spMkLst>
        </pc:spChg>
      </pc:sldChg>
      <pc:sldChg chg="modSp add mod setBg">
        <pc:chgData name="Tani Shuichi" userId="a260ff07-8de6-49c1-9bff-f965522dd9bd" providerId="ADAL" clId="{4CB10E2A-A625-52A6-8568-1E2D363AE143}" dt="2026-07-13T06:17:53.087" v="1850" actId="207"/>
        <pc:sldMkLst>
          <pc:docMk/>
          <pc:sldMk cId="1690318405" sldId="427"/>
        </pc:sldMkLst>
        <pc:spChg chg="mod">
          <ac:chgData name="Tani Shuichi" userId="a260ff07-8de6-49c1-9bff-f965522dd9bd" providerId="ADAL" clId="{4CB10E2A-A625-52A6-8568-1E2D363AE143}" dt="2026-07-13T06:17:53.087" v="1850" actId="207"/>
          <ac:spMkLst>
            <pc:docMk/>
            <pc:sldMk cId="1690318405" sldId="427"/>
            <ac:spMk id="23" creationId="{35D98FE1-9CD5-3BBA-0F04-5678B45D5B2B}"/>
          </ac:spMkLst>
        </pc:spChg>
      </pc:sldChg>
      <pc:sldChg chg="addSp delSp modSp new del mod modClrScheme chgLayout">
        <pc:chgData name="Tani Shuichi" userId="a260ff07-8de6-49c1-9bff-f965522dd9bd" providerId="ADAL" clId="{4CB10E2A-A625-52A6-8568-1E2D363AE143}" dt="2026-07-13T07:15:59.677" v="1929" actId="2696"/>
        <pc:sldMkLst>
          <pc:docMk/>
          <pc:sldMk cId="3514748067" sldId="428"/>
        </pc:sldMkLst>
        <pc:spChg chg="add del mod">
          <ac:chgData name="Tani Shuichi" userId="a260ff07-8de6-49c1-9bff-f965522dd9bd" providerId="ADAL" clId="{4CB10E2A-A625-52A6-8568-1E2D363AE143}" dt="2026-07-13T06:20:41.508" v="1856" actId="478"/>
          <ac:spMkLst>
            <pc:docMk/>
            <pc:sldMk cId="3514748067" sldId="428"/>
            <ac:spMk id="2" creationId="{C31EFFDD-5B29-2B5D-A693-72B86AA5A300}"/>
          </ac:spMkLst>
        </pc:spChg>
        <pc:spChg chg="add mod">
          <ac:chgData name="Tani Shuichi" userId="a260ff07-8de6-49c1-9bff-f965522dd9bd" providerId="ADAL" clId="{4CB10E2A-A625-52A6-8568-1E2D363AE143}" dt="2026-07-13T06:20:50.623" v="1862" actId="20577"/>
          <ac:spMkLst>
            <pc:docMk/>
            <pc:sldMk cId="3514748067" sldId="428"/>
            <ac:spMk id="3" creationId="{29A6EE66-00B2-043D-04A6-551CD812787B}"/>
          </ac:spMkLst>
        </pc:spChg>
        <pc:spChg chg="add mod">
          <ac:chgData name="Tani Shuichi" userId="a260ff07-8de6-49c1-9bff-f965522dd9bd" providerId="ADAL" clId="{4CB10E2A-A625-52A6-8568-1E2D363AE143}" dt="2026-07-13T06:20:56.229" v="1863"/>
          <ac:spMkLst>
            <pc:docMk/>
            <pc:sldMk cId="3514748067" sldId="428"/>
            <ac:spMk id="4" creationId="{995023B7-67D5-3D5A-0C6F-D5E0EB7085C1}"/>
          </ac:spMkLst>
        </pc:spChg>
        <pc:spChg chg="mod">
          <ac:chgData name="Tani Shuichi" userId="a260ff07-8de6-49c1-9bff-f965522dd9bd" providerId="ADAL" clId="{4CB10E2A-A625-52A6-8568-1E2D363AE143}" dt="2026-07-13T07:14:08.968" v="1918" actId="1076"/>
          <ac:spMkLst>
            <pc:docMk/>
            <pc:sldMk cId="3514748067" sldId="428"/>
            <ac:spMk id="709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4:30.750" v="1924" actId="14100"/>
          <ac:spMkLst>
            <pc:docMk/>
            <pc:sldMk cId="3514748067" sldId="428"/>
            <ac:spMk id="710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4:16.552" v="1920" actId="27636"/>
          <ac:spMkLst>
            <pc:docMk/>
            <pc:sldMk cId="3514748067" sldId="428"/>
            <ac:spMk id="71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3:54.786" v="1915" actId="1076"/>
          <ac:spMkLst>
            <pc:docMk/>
            <pc:sldMk cId="3514748067" sldId="428"/>
            <ac:spMk id="712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13:45.780" v="1913" actId="27636"/>
          <ac:spMkLst>
            <pc:docMk/>
            <pc:sldMk cId="3514748067" sldId="428"/>
            <ac:spMk id="713" creationId="{00000000-0000-0000-0000-000000000000}"/>
          </ac:spMkLst>
        </pc:spChg>
      </pc:sldChg>
      <pc:sldChg chg="modSp mod">
        <pc:chgData name="Tani Shuichi" userId="a260ff07-8de6-49c1-9bff-f965522dd9bd" providerId="ADAL" clId="{4CB10E2A-A625-52A6-8568-1E2D363AE143}" dt="2026-07-13T08:34:36.325" v="2117" actId="20577"/>
        <pc:sldMkLst>
          <pc:docMk/>
          <pc:sldMk cId="0" sldId="429"/>
        </pc:sldMkLst>
        <pc:spChg chg="mod">
          <ac:chgData name="Tani Shuichi" userId="a260ff07-8de6-49c1-9bff-f965522dd9bd" providerId="ADAL" clId="{4CB10E2A-A625-52A6-8568-1E2D363AE143}" dt="2026-07-13T07:41:45.397" v="1937" actId="27636"/>
          <ac:spMkLst>
            <pc:docMk/>
            <pc:sldMk cId="0" sldId="429"/>
            <ac:spMk id="2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45.411" v="1938" actId="27636"/>
          <ac:spMkLst>
            <pc:docMk/>
            <pc:sldMk cId="0" sldId="429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45.393" v="1936" actId="27636"/>
          <ac:spMkLst>
            <pc:docMk/>
            <pc:sldMk cId="0" sldId="429"/>
            <ac:spMk id="24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8:34:36.325" v="2117" actId="20577"/>
          <ac:spMkLst>
            <pc:docMk/>
            <pc:sldMk cId="0" sldId="429"/>
            <ac:spMk id="25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8:34:22.119" v="2116" actId="14100"/>
          <ac:spMkLst>
            <pc:docMk/>
            <pc:sldMk cId="0" sldId="429"/>
            <ac:spMk id="26" creationId="{00000000-0000-0000-0000-000000000000}"/>
          </ac:spMkLst>
        </pc:spChg>
      </pc:sldChg>
      <pc:sldChg chg="addSp delSp modSp mod">
        <pc:chgData name="Tani Shuichi" userId="a260ff07-8de6-49c1-9bff-f965522dd9bd" providerId="ADAL" clId="{4CB10E2A-A625-52A6-8568-1E2D363AE143}" dt="2026-07-13T08:44:30.843" v="2175" actId="1035"/>
        <pc:sldMkLst>
          <pc:docMk/>
          <pc:sldMk cId="0" sldId="430"/>
        </pc:sldMkLst>
        <pc:spChg chg="add mod">
          <ac:chgData name="Tani Shuichi" userId="a260ff07-8de6-49c1-9bff-f965522dd9bd" providerId="ADAL" clId="{4CB10E2A-A625-52A6-8568-1E2D363AE143}" dt="2026-07-13T08:37:44.016" v="2167" actId="13822"/>
          <ac:spMkLst>
            <pc:docMk/>
            <pc:sldMk cId="0" sldId="430"/>
            <ac:spMk id="3" creationId="{8C140413-FC54-2520-5DB5-4C629B9A50C0}"/>
          </ac:spMkLst>
        </pc:spChg>
        <pc:spChg chg="add mod">
          <ac:chgData name="Tani Shuichi" userId="a260ff07-8de6-49c1-9bff-f965522dd9bd" providerId="ADAL" clId="{4CB10E2A-A625-52A6-8568-1E2D363AE143}" dt="2026-07-13T08:37:59.447" v="2171" actId="1076"/>
          <ac:spMkLst>
            <pc:docMk/>
            <pc:sldMk cId="0" sldId="430"/>
            <ac:spMk id="5" creationId="{1877401C-2D43-AB70-0EAE-B918E798E2D2}"/>
          </ac:spMkLst>
        </pc:spChg>
        <pc:spChg chg="mod">
          <ac:chgData name="Tani Shuichi" userId="a260ff07-8de6-49c1-9bff-f965522dd9bd" providerId="ADAL" clId="{4CB10E2A-A625-52A6-8568-1E2D363AE143}" dt="2026-07-13T07:41:45.425" v="1940" actId="27636"/>
          <ac:spMkLst>
            <pc:docMk/>
            <pc:sldMk cId="0" sldId="430"/>
            <ac:spMk id="21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45.436" v="1941" actId="27636"/>
          <ac:spMkLst>
            <pc:docMk/>
            <pc:sldMk cId="0" sldId="430"/>
            <ac:spMk id="23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7:41:45.419" v="1939" actId="27636"/>
          <ac:spMkLst>
            <pc:docMk/>
            <pc:sldMk cId="0" sldId="430"/>
            <ac:spMk id="24" creationId="{00000000-0000-0000-0000-000000000000}"/>
          </ac:spMkLst>
        </pc:spChg>
        <pc:spChg chg="add del mod">
          <ac:chgData name="Tani Shuichi" userId="a260ff07-8de6-49c1-9bff-f965522dd9bd" providerId="ADAL" clId="{4CB10E2A-A625-52A6-8568-1E2D363AE143}" dt="2026-07-13T08:37:35.932" v="2165" actId="1076"/>
          <ac:spMkLst>
            <pc:docMk/>
            <pc:sldMk cId="0" sldId="430"/>
            <ac:spMk id="25" creationId="{00000000-0000-0000-0000-000000000000}"/>
          </ac:spMkLst>
        </pc:spChg>
        <pc:spChg chg="mod">
          <ac:chgData name="Tani Shuichi" userId="a260ff07-8de6-49c1-9bff-f965522dd9bd" providerId="ADAL" clId="{4CB10E2A-A625-52A6-8568-1E2D363AE143}" dt="2026-07-13T08:44:30.843" v="2175" actId="1035"/>
          <ac:spMkLst>
            <pc:docMk/>
            <pc:sldMk cId="0" sldId="430"/>
            <ac:spMk id="26" creationId="{00000000-0000-0000-0000-000000000000}"/>
          </ac:spMkLst>
        </pc:spChg>
      </pc:sldChg>
      <pc:sldChg chg="del">
        <pc:chgData name="Tani Shuichi" userId="a260ff07-8de6-49c1-9bff-f965522dd9bd" providerId="ADAL" clId="{4CB10E2A-A625-52A6-8568-1E2D363AE143}" dt="2026-07-13T07:16:55.375" v="1930" actId="2696"/>
        <pc:sldMkLst>
          <pc:docMk/>
          <pc:sldMk cId="0" sldId="431"/>
        </pc:sldMkLst>
      </pc:sldChg>
      <pc:sldMasterChg chg="mod setBg addSldLayout delSldLayout modSldLayout">
        <pc:chgData name="Tani Shuichi" userId="a260ff07-8de6-49c1-9bff-f965522dd9bd" providerId="ADAL" clId="{4CB10E2A-A625-52A6-8568-1E2D363AE143}" dt="2026-07-09T07:06:29.517" v="691"/>
        <pc:sldMasterMkLst>
          <pc:docMk/>
          <pc:sldMasterMk cId="1880913870" sldId="2147483672"/>
        </pc:sldMasterMkLst>
        <pc:sldLayoutChg chg="mod setBg">
          <pc:chgData name="Tani Shuichi" userId="a260ff07-8de6-49c1-9bff-f965522dd9bd" providerId="ADAL" clId="{4CB10E2A-A625-52A6-8568-1E2D363AE143}" dt="2026-07-09T07:04:25.537" v="614"/>
          <pc:sldLayoutMkLst>
            <pc:docMk/>
            <pc:sldMasterMk cId="1880913870" sldId="2147483672"/>
            <pc:sldLayoutMk cId="1042059424" sldId="2147483674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38" v="615"/>
          <pc:sldLayoutMkLst>
            <pc:docMk/>
            <pc:sldMasterMk cId="1880913870" sldId="2147483672"/>
            <pc:sldLayoutMk cId="1786408698" sldId="2147483675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38" v="616"/>
          <pc:sldLayoutMkLst>
            <pc:docMk/>
            <pc:sldMasterMk cId="1880913870" sldId="2147483672"/>
            <pc:sldLayoutMk cId="3830199440" sldId="2147483676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38" v="617"/>
          <pc:sldLayoutMkLst>
            <pc:docMk/>
            <pc:sldMasterMk cId="1880913870" sldId="2147483672"/>
            <pc:sldLayoutMk cId="1156041049" sldId="2147483677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39" v="618"/>
          <pc:sldLayoutMkLst>
            <pc:docMk/>
            <pc:sldMasterMk cId="1880913870" sldId="2147483672"/>
            <pc:sldLayoutMk cId="2989145554" sldId="2147483678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39" v="619"/>
          <pc:sldLayoutMkLst>
            <pc:docMk/>
            <pc:sldMasterMk cId="1880913870" sldId="2147483672"/>
            <pc:sldLayoutMk cId="4163920978" sldId="2147483679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39" v="620"/>
          <pc:sldLayoutMkLst>
            <pc:docMk/>
            <pc:sldMasterMk cId="1880913870" sldId="2147483672"/>
            <pc:sldLayoutMk cId="2360692058" sldId="2147483680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40" v="621"/>
          <pc:sldLayoutMkLst>
            <pc:docMk/>
            <pc:sldMasterMk cId="1880913870" sldId="2147483672"/>
            <pc:sldLayoutMk cId="1804358837" sldId="2147483681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41" v="622"/>
          <pc:sldLayoutMkLst>
            <pc:docMk/>
            <pc:sldMasterMk cId="1880913870" sldId="2147483672"/>
            <pc:sldLayoutMk cId="3816038615" sldId="2147483682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41" v="623"/>
          <pc:sldLayoutMkLst>
            <pc:docMk/>
            <pc:sldMasterMk cId="1880913870" sldId="2147483672"/>
            <pc:sldLayoutMk cId="926995557" sldId="2147483683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42" v="624"/>
          <pc:sldLayoutMkLst>
            <pc:docMk/>
            <pc:sldMasterMk cId="1880913870" sldId="2147483672"/>
            <pc:sldLayoutMk cId="1304422271" sldId="2147483684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42" v="625"/>
          <pc:sldLayoutMkLst>
            <pc:docMk/>
            <pc:sldMasterMk cId="1880913870" sldId="2147483672"/>
            <pc:sldLayoutMk cId="213855123" sldId="2147483685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42" v="626"/>
          <pc:sldLayoutMkLst>
            <pc:docMk/>
            <pc:sldMasterMk cId="1880913870" sldId="2147483672"/>
            <pc:sldLayoutMk cId="4124770936" sldId="2147483686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464272302" sldId="2147483768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592689734" sldId="2147483769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508866059" sldId="2147483770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1743071380" sldId="2147483771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517345607" sldId="2147483772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145406257" sldId="2147483773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2892975047" sldId="2147483775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2611420887" sldId="2147483776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692181639" sldId="2147483777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527860465" sldId="2147483778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254183975" sldId="2147483779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229787851" sldId="2147483780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4167255586" sldId="2147483781"/>
          </pc:sldLayoutMkLst>
        </pc:sldLayoutChg>
        <pc:sldLayoutChg chg="add">
          <pc:chgData name="Tani Shuichi" userId="a260ff07-8de6-49c1-9bff-f965522dd9bd" providerId="ADAL" clId="{4CB10E2A-A625-52A6-8568-1E2D363AE143}" dt="2026-07-09T07:06:29.517" v="691"/>
          <pc:sldLayoutMkLst>
            <pc:docMk/>
            <pc:sldMasterMk cId="1880913870" sldId="2147483672"/>
            <pc:sldLayoutMk cId="3452838137" sldId="2147483782"/>
          </pc:sldLayoutMkLst>
        </pc:sldLayoutChg>
      </pc:sldMasterChg>
      <pc:sldMasterChg chg="mod setBg delSldLayout modSldLayout">
        <pc:chgData name="Tani Shuichi" userId="a260ff07-8de6-49c1-9bff-f965522dd9bd" providerId="ADAL" clId="{4CB10E2A-A625-52A6-8568-1E2D363AE143}" dt="2026-07-09T07:04:25.570" v="641"/>
        <pc:sldMasterMkLst>
          <pc:docMk/>
          <pc:sldMasterMk cId="2366752998" sldId="2147483720"/>
        </pc:sldMasterMkLst>
        <pc:sldLayoutChg chg="mod setBg">
          <pc:chgData name="Tani Shuichi" userId="a260ff07-8de6-49c1-9bff-f965522dd9bd" providerId="ADAL" clId="{4CB10E2A-A625-52A6-8568-1E2D363AE143}" dt="2026-07-09T07:04:25.564" v="628"/>
          <pc:sldLayoutMkLst>
            <pc:docMk/>
            <pc:sldMasterMk cId="2366752998" sldId="2147483720"/>
            <pc:sldLayoutMk cId="3464272302" sldId="2147483721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5" v="629"/>
          <pc:sldLayoutMkLst>
            <pc:docMk/>
            <pc:sldMasterMk cId="2366752998" sldId="2147483720"/>
            <pc:sldLayoutMk cId="3592689734" sldId="2147483722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6" v="630"/>
          <pc:sldLayoutMkLst>
            <pc:docMk/>
            <pc:sldMasterMk cId="2366752998" sldId="2147483720"/>
            <pc:sldLayoutMk cId="3508866059" sldId="2147483723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6" v="631"/>
          <pc:sldLayoutMkLst>
            <pc:docMk/>
            <pc:sldMasterMk cId="2366752998" sldId="2147483720"/>
            <pc:sldLayoutMk cId="1743071380" sldId="2147483724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6" v="632"/>
          <pc:sldLayoutMkLst>
            <pc:docMk/>
            <pc:sldMasterMk cId="2366752998" sldId="2147483720"/>
            <pc:sldLayoutMk cId="3517345607" sldId="2147483725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7" v="633"/>
          <pc:sldLayoutMkLst>
            <pc:docMk/>
            <pc:sldMasterMk cId="2366752998" sldId="2147483720"/>
            <pc:sldLayoutMk cId="3145406257" sldId="2147483726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7" v="634"/>
          <pc:sldLayoutMkLst>
            <pc:docMk/>
            <pc:sldMasterMk cId="2366752998" sldId="2147483720"/>
            <pc:sldLayoutMk cId="4134984840" sldId="2147483727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7" v="635"/>
          <pc:sldLayoutMkLst>
            <pc:docMk/>
            <pc:sldMasterMk cId="2366752998" sldId="2147483720"/>
            <pc:sldLayoutMk cId="2892975047" sldId="2147483728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8" v="636"/>
          <pc:sldLayoutMkLst>
            <pc:docMk/>
            <pc:sldMasterMk cId="2366752998" sldId="2147483720"/>
            <pc:sldLayoutMk cId="2611420887" sldId="2147483729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8" v="637"/>
          <pc:sldLayoutMkLst>
            <pc:docMk/>
            <pc:sldMasterMk cId="2366752998" sldId="2147483720"/>
            <pc:sldLayoutMk cId="692181639" sldId="2147483730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9" v="638"/>
          <pc:sldLayoutMkLst>
            <pc:docMk/>
            <pc:sldMasterMk cId="2366752998" sldId="2147483720"/>
            <pc:sldLayoutMk cId="3527860465" sldId="2147483731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9" v="639"/>
          <pc:sldLayoutMkLst>
            <pc:docMk/>
            <pc:sldMasterMk cId="2366752998" sldId="2147483720"/>
            <pc:sldLayoutMk cId="254183975" sldId="2147483732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69" v="640"/>
          <pc:sldLayoutMkLst>
            <pc:docMk/>
            <pc:sldMasterMk cId="2366752998" sldId="2147483720"/>
            <pc:sldLayoutMk cId="3229787851" sldId="2147483733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70" v="641"/>
          <pc:sldLayoutMkLst>
            <pc:docMk/>
            <pc:sldMasterMk cId="2366752998" sldId="2147483720"/>
            <pc:sldLayoutMk cId="4167255586" sldId="2147483734"/>
          </pc:sldLayoutMkLst>
        </pc:sldLayoutChg>
      </pc:sldMasterChg>
      <pc:sldMasterChg chg="mod setBg modSldLayout">
        <pc:chgData name="Tani Shuichi" userId="a260ff07-8de6-49c1-9bff-f965522dd9bd" providerId="ADAL" clId="{4CB10E2A-A625-52A6-8568-1E2D363AE143}" dt="2026-07-09T07:04:25.591" v="657"/>
        <pc:sldMasterMkLst>
          <pc:docMk/>
          <pc:sldMasterMk cId="3113029431" sldId="2147483736"/>
        </pc:sldMasterMkLst>
        <pc:sldLayoutChg chg="mod setBg">
          <pc:chgData name="Tani Shuichi" userId="a260ff07-8de6-49c1-9bff-f965522dd9bd" providerId="ADAL" clId="{4CB10E2A-A625-52A6-8568-1E2D363AE143}" dt="2026-07-09T07:04:25.586" v="643"/>
          <pc:sldLayoutMkLst>
            <pc:docMk/>
            <pc:sldMasterMk cId="3113029431" sldId="2147483736"/>
            <pc:sldLayoutMk cId="2847045511" sldId="2147483737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6" v="644"/>
          <pc:sldLayoutMkLst>
            <pc:docMk/>
            <pc:sldMasterMk cId="3113029431" sldId="2147483736"/>
            <pc:sldLayoutMk cId="2128997589" sldId="2147483738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6" v="645"/>
          <pc:sldLayoutMkLst>
            <pc:docMk/>
            <pc:sldMasterMk cId="3113029431" sldId="2147483736"/>
            <pc:sldLayoutMk cId="2857971516" sldId="2147483739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7" v="646"/>
          <pc:sldLayoutMkLst>
            <pc:docMk/>
            <pc:sldMasterMk cId="3113029431" sldId="2147483736"/>
            <pc:sldLayoutMk cId="923077226" sldId="2147483740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7" v="647"/>
          <pc:sldLayoutMkLst>
            <pc:docMk/>
            <pc:sldMasterMk cId="3113029431" sldId="2147483736"/>
            <pc:sldLayoutMk cId="2686785757" sldId="2147483741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7" v="648"/>
          <pc:sldLayoutMkLst>
            <pc:docMk/>
            <pc:sldMasterMk cId="3113029431" sldId="2147483736"/>
            <pc:sldLayoutMk cId="187492289" sldId="2147483742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8" v="649"/>
          <pc:sldLayoutMkLst>
            <pc:docMk/>
            <pc:sldMasterMk cId="3113029431" sldId="2147483736"/>
            <pc:sldLayoutMk cId="3800982731" sldId="2147483743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8" v="650"/>
          <pc:sldLayoutMkLst>
            <pc:docMk/>
            <pc:sldMasterMk cId="3113029431" sldId="2147483736"/>
            <pc:sldLayoutMk cId="116968986" sldId="2147483744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9" v="651"/>
          <pc:sldLayoutMkLst>
            <pc:docMk/>
            <pc:sldMasterMk cId="3113029431" sldId="2147483736"/>
            <pc:sldLayoutMk cId="1086477105" sldId="2147483745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9" v="652"/>
          <pc:sldLayoutMkLst>
            <pc:docMk/>
            <pc:sldMasterMk cId="3113029431" sldId="2147483736"/>
            <pc:sldLayoutMk cId="8894312" sldId="2147483746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89" v="653"/>
          <pc:sldLayoutMkLst>
            <pc:docMk/>
            <pc:sldMasterMk cId="3113029431" sldId="2147483736"/>
            <pc:sldLayoutMk cId="3131814418" sldId="2147483747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90" v="654"/>
          <pc:sldLayoutMkLst>
            <pc:docMk/>
            <pc:sldMasterMk cId="3113029431" sldId="2147483736"/>
            <pc:sldLayoutMk cId="3467220981" sldId="2147483748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90" v="655"/>
          <pc:sldLayoutMkLst>
            <pc:docMk/>
            <pc:sldMasterMk cId="3113029431" sldId="2147483736"/>
            <pc:sldLayoutMk cId="939002034" sldId="2147483749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91" v="656"/>
          <pc:sldLayoutMkLst>
            <pc:docMk/>
            <pc:sldMasterMk cId="3113029431" sldId="2147483736"/>
            <pc:sldLayoutMk cId="4169670458" sldId="2147483750"/>
          </pc:sldLayoutMkLst>
        </pc:sldLayoutChg>
        <pc:sldLayoutChg chg="mod setBg">
          <pc:chgData name="Tani Shuichi" userId="a260ff07-8de6-49c1-9bff-f965522dd9bd" providerId="ADAL" clId="{4CB10E2A-A625-52A6-8568-1E2D363AE143}" dt="2026-07-09T07:04:25.591" v="657"/>
          <pc:sldLayoutMkLst>
            <pc:docMk/>
            <pc:sldMasterMk cId="3113029431" sldId="2147483736"/>
            <pc:sldLayoutMk cId="3144052504" sldId="2147483751"/>
          </pc:sldLayoutMkLst>
        </pc:sldLayoutChg>
      </pc:sldMaster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sz="1600" b="0">
                <a:solidFill>
                  <a:srgbClr val="14323A"/>
                </a:solidFill>
              </a:defRPr>
            </a:pPr>
            <a:r>
              <a:rPr lang="ja-JP" sz="1600" b="0">
                <a:solidFill>
                  <a:srgbClr val="14323A"/>
                </a:solidFill>
              </a:rPr>
              <a:t>アンサンブルサイズ M に対する分散(σ² = 1)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05676422043341"/>
          <c:y val="0.21880180688016515"/>
          <c:w val="0.87077713620314834"/>
          <c:h val="0.574283963529648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ρ = 0</c:v>
                </c:pt>
              </c:strCache>
            </c:strRef>
          </c:tx>
          <c:spPr>
            <a:ln w="28575">
              <a:solidFill>
                <a:srgbClr val="156082"/>
              </a:solidFill>
            </a:ln>
          </c:spPr>
          <c:marker>
            <c:symbol val="circle"/>
            <c:size val="5"/>
            <c:spPr>
              <a:solidFill>
                <a:srgbClr val="156082"/>
              </a:solidFill>
              <a:ln>
                <a:solidFill>
                  <a:srgbClr val="156082"/>
                </a:solidFill>
              </a:ln>
            </c:spPr>
          </c:marker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15</c:v>
              </c:pt>
              <c:pt idx="6">
                <c:v>20</c:v>
              </c:pt>
              <c:pt idx="7">
                <c:v>30</c:v>
              </c:pt>
              <c:pt idx="8">
                <c:v>50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0.5</c:v>
              </c:pt>
              <c:pt idx="2">
                <c:v>0.33300000000000002</c:v>
              </c:pt>
              <c:pt idx="3">
                <c:v>0.2</c:v>
              </c:pt>
              <c:pt idx="4">
                <c:v>0.1</c:v>
              </c:pt>
              <c:pt idx="5">
                <c:v>6.6699999999999995E-2</c:v>
              </c:pt>
              <c:pt idx="6">
                <c:v>0.05</c:v>
              </c:pt>
              <c:pt idx="7">
                <c:v>3.3300000000000003E-2</c:v>
              </c:pt>
              <c:pt idx="8">
                <c:v>0.02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245-8A45-88A2-E11B2B70E0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ρ = 0.2</c:v>
                </c:pt>
              </c:strCache>
            </c:strRef>
          </c:tx>
          <c:spPr>
            <a:ln w="28575">
              <a:solidFill>
                <a:srgbClr val="5A6B70"/>
              </a:solidFill>
            </a:ln>
          </c:spPr>
          <c:marker>
            <c:symbol val="circle"/>
            <c:size val="5"/>
            <c:spPr>
              <a:solidFill>
                <a:srgbClr val="5A6B70"/>
              </a:solidFill>
              <a:ln>
                <a:solidFill>
                  <a:srgbClr val="5A6B70"/>
                </a:solidFill>
              </a:ln>
            </c:spPr>
          </c:marker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15</c:v>
              </c:pt>
              <c:pt idx="6">
                <c:v>20</c:v>
              </c:pt>
              <c:pt idx="7">
                <c:v>30</c:v>
              </c:pt>
              <c:pt idx="8">
                <c:v>50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0.6</c:v>
              </c:pt>
              <c:pt idx="2">
                <c:v>0.46700000000000003</c:v>
              </c:pt>
              <c:pt idx="3">
                <c:v>0.36</c:v>
              </c:pt>
              <c:pt idx="4">
                <c:v>0.28000000000000003</c:v>
              </c:pt>
              <c:pt idx="5">
                <c:v>0.25330000000000003</c:v>
              </c:pt>
              <c:pt idx="6">
                <c:v>0.24</c:v>
              </c:pt>
              <c:pt idx="7">
                <c:v>0.22670000000000001</c:v>
              </c:pt>
              <c:pt idx="8">
                <c:v>0.216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245-8A45-88A2-E11B2B70E0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ρ = 0.5</c:v>
                </c:pt>
              </c:strCache>
            </c:strRef>
          </c:tx>
          <c:spPr>
            <a:ln w="28575">
              <a:solidFill>
                <a:srgbClr val="9AAAB0"/>
              </a:solidFill>
            </a:ln>
          </c:spPr>
          <c:marker>
            <c:symbol val="circle"/>
            <c:size val="5"/>
            <c:spPr>
              <a:solidFill>
                <a:srgbClr val="9AAAB0"/>
              </a:solidFill>
              <a:ln>
                <a:solidFill>
                  <a:srgbClr val="9AAAB0"/>
                </a:solidFill>
              </a:ln>
            </c:spPr>
          </c:marker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15</c:v>
              </c:pt>
              <c:pt idx="6">
                <c:v>20</c:v>
              </c:pt>
              <c:pt idx="7">
                <c:v>30</c:v>
              </c:pt>
              <c:pt idx="8">
                <c:v>50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0.75</c:v>
              </c:pt>
              <c:pt idx="2">
                <c:v>0.66700000000000004</c:v>
              </c:pt>
              <c:pt idx="3">
                <c:v>0.6</c:v>
              </c:pt>
              <c:pt idx="4">
                <c:v>0.55000000000000004</c:v>
              </c:pt>
              <c:pt idx="5">
                <c:v>0.5333</c:v>
              </c:pt>
              <c:pt idx="6">
                <c:v>0.52500000000000002</c:v>
              </c:pt>
              <c:pt idx="7">
                <c:v>0.51670000000000005</c:v>
              </c:pt>
              <c:pt idx="8">
                <c:v>0.51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F245-8A45-88A2-E11B2B70E02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ρ = 0.8</c:v>
                </c:pt>
              </c:strCache>
            </c:strRef>
          </c:tx>
          <c:spPr>
            <a:ln w="28575">
              <a:solidFill>
                <a:srgbClr val="C00000"/>
              </a:solidFill>
            </a:ln>
          </c:spPr>
          <c:marker>
            <c:symbol val="circle"/>
            <c:size val="5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15</c:v>
              </c:pt>
              <c:pt idx="6">
                <c:v>20</c:v>
              </c:pt>
              <c:pt idx="7">
                <c:v>30</c:v>
              </c:pt>
              <c:pt idx="8">
                <c:v>50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0.9</c:v>
              </c:pt>
              <c:pt idx="2">
                <c:v>0.86699999999999999</c:v>
              </c:pt>
              <c:pt idx="3">
                <c:v>0.84</c:v>
              </c:pt>
              <c:pt idx="4">
                <c:v>0.82</c:v>
              </c:pt>
              <c:pt idx="5">
                <c:v>0.81330000000000002</c:v>
              </c:pt>
              <c:pt idx="6">
                <c:v>0.81</c:v>
              </c:pt>
              <c:pt idx="7">
                <c:v>0.80669999999999997</c:v>
              </c:pt>
              <c:pt idx="8">
                <c:v>0.80400000000000005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F245-8A45-88A2-E11B2B70E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rgbClr val="14323A"/>
                    </a:solidFill>
                  </a:defRPr>
                </a:pPr>
                <a:r>
                  <a:rPr lang="ja-JP" sz="1400" b="0">
                    <a:solidFill>
                      <a:srgbClr val="14323A"/>
                    </a:solidFill>
                  </a:rPr>
                  <a:t>基学習器の本数 M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14323A"/>
                </a:solidFill>
              </a:defRPr>
            </a:pPr>
            <a:endParaRPr lang="ja-JP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>
                    <a:solidFill>
                      <a:srgbClr val="14323A"/>
                    </a:solidFill>
                  </a:defRPr>
                </a:pPr>
                <a:r>
                  <a:rPr lang="ja-JP" sz="1400" b="0">
                    <a:solidFill>
                      <a:srgbClr val="14323A"/>
                    </a:solidFill>
                  </a:rPr>
                  <a:t>平均予測器の分散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4323A"/>
                </a:solidFill>
              </a:defRPr>
            </a:pPr>
            <a:endParaRPr lang="ja-JP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4323A"/>
              </a:solidFill>
            </a:defRPr>
          </a:pPr>
          <a:endParaRPr lang="ja-JP"/>
        </a:p>
      </c:txPr>
    </c:legend>
    <c:plotVisOnly val="1"/>
    <c:dispBlanksAs val="zero"/>
    <c:showDLblsOverMax val="1"/>
  </c:chart>
</c:chartSpace>
</file>

<file path=ppt/comments/modernComment_17D_85DD7D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EDE5B76-F940-E54C-9BAB-D6CA7D4C708A}" authorId="{501E6354-3C8C-F4A8-01F0-C3E21AFAD11E}" created="2026-07-13T05:51:56.824">
    <pc:sldMkLst xmlns:pc="http://schemas.microsoft.com/office/powerpoint/2013/main/command">
      <pc:docMk/>
      <pc:sldMk cId="2245885235" sldId="381"/>
    </pc:sldMkLst>
    <p188:txBody>
      <a:bodyPr/>
      <a:lstStyle/>
      <a:p>
        <a:r>
          <a:rPr lang="ja-JP" altLang="en-US"/>
          <a:t>弱学習器をどう組み合わせるのか視覚化。</a:t>
        </a:r>
      </a:p>
    </p188:txBody>
  </p188:cm>
</p188:cmLst>
</file>

<file path=ppt/comments/modernComment_17F_AD2745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B2EA3E-5E29-F54D-AF7E-D548093B536B}" authorId="{501E6354-3C8C-F4A8-01F0-C3E21AFAD11E}" status="resolved" created="2026-07-11T15:06:50.384" complete="100000">
    <pc:sldMkLst xmlns:pc="http://schemas.microsoft.com/office/powerpoint/2013/main/command">
      <pc:docMk/>
      <pc:sldMk cId="2905032188" sldId="383"/>
    </pc:sldMkLst>
    <p188:txBody>
      <a:bodyPr/>
      <a:lstStyle/>
      <a:p>
        <a:r>
          <a:rPr lang="ja-JP" altLang="en-US"/>
          <a:t>バギングでは何をしているのかを前に説明</a:t>
        </a:r>
      </a:p>
    </p188:txBody>
  </p188:cm>
  <p188:cm id="{5906DB1C-A30E-BA42-9A53-8A32964C757C}" authorId="{501E6354-3C8C-F4A8-01F0-C3E21AFAD11E}" status="resolved" created="2026-07-13T06:09:59.30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05032188" sldId="383"/>
      <ac:graphicFrameMk id="80" creationId="{00000000-0000-0000-0000-000000000000}"/>
    </ac:deMkLst>
    <p188:txBody>
      <a:bodyPr/>
      <a:lstStyle/>
      <a:p>
        <a:r>
          <a:rPr lang="ja-JP" altLang="en-US"/>
          <a:t>この分散が何をして出てきたものなのかわからない</a:t>
        </a:r>
      </a:p>
    </p188:txBody>
  </p188:cm>
</p188:cmLst>
</file>

<file path=ppt/comments/modernComment_18D_7A1249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454AA7-E4C0-384E-A9DC-E769D990DAEA}" authorId="{501E6354-3C8C-F4A8-01F0-C3E21AFAD11E}" status="resolved" created="2026-07-13T06:18:21.954" complete="100000">
    <pc:sldMkLst xmlns:pc="http://schemas.microsoft.com/office/powerpoint/2013/main/command">
      <pc:docMk/>
      <pc:sldMk cId="2048018740" sldId="397"/>
    </pc:sldMkLst>
    <p188:txBody>
      <a:bodyPr/>
      <a:lstStyle/>
      <a:p>
        <a:r>
          <a:rPr lang="ja-JP" altLang="en-US"/>
          <a:t>バギングの説明を入れる</a:t>
        </a:r>
      </a:p>
    </p188:txBody>
  </p188:cm>
</p188:cmLst>
</file>

<file path=ppt/comments/modernComment_181_6C675A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3B51E6C-854B-A743-B655-8380FF63E698}" authorId="{501E6354-3C8C-F4A8-01F0-C3E21AFAD11E}" status="resolved" created="2026-07-11T15:09:26.250" complete="100000">
    <pc:sldMkLst xmlns:pc="http://schemas.microsoft.com/office/powerpoint/2013/main/command">
      <pc:docMk/>
      <pc:sldMk cId="1818712714" sldId="385"/>
    </pc:sldMkLst>
    <p188:txBody>
      <a:bodyPr/>
      <a:lstStyle/>
      <a:p>
        <a:r>
          <a:rPr lang="ja-JP" altLang="en-US"/>
          <a:t>この方法はどう言った方法なのか式を踏まえて次スライドに説明。</a:t>
        </a:r>
      </a:p>
    </p188:txBody>
  </p188:cm>
  <p188:cm id="{E47D9A68-259D-E94F-B3D6-DE1ABC7AAF11}" authorId="{501E6354-3C8C-F4A8-01F0-C3E21AFAD11E}" status="resolved" created="2026-07-11T15:10:32.882" complete="100000">
    <pc:sldMkLst xmlns:pc="http://schemas.microsoft.com/office/powerpoint/2013/main/command">
      <pc:docMk/>
      <pc:sldMk cId="1818712714" sldId="385"/>
    </pc:sldMkLst>
    <p188:txBody>
      <a:bodyPr/>
      <a:lstStyle/>
      <a:p>
        <a:r>
          <a:rPr lang="ja-JP" altLang="en-US"/>
          <a:t>この方法の特徴を詳しく説明。</a:t>
        </a:r>
      </a:p>
    </p188:txBody>
  </p188:cm>
</p188:cmLst>
</file>

<file path=ppt/comments/modernComment_190_805182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DF81B5-AED4-9D40-9637-629B51671F20}" authorId="{501E6354-3C8C-F4A8-01F0-C3E21AFAD11E}" status="resolved" created="2026-07-11T15:11:32.666" complete="100000">
    <pc:sldMkLst xmlns:pc="http://schemas.microsoft.com/office/powerpoint/2013/main/command">
      <pc:docMk/>
      <pc:sldMk cId="2152825427" sldId="400"/>
    </pc:sldMkLst>
    <p188:txBody>
      <a:bodyPr/>
      <a:lstStyle/>
      <a:p>
        <a:r>
          <a:rPr lang="ja-JP" altLang="en-US"/>
          <a:t>これはそもそもなんの手法なのか説明がほしい。いきなりこの手法について書かれてもわからん</a:t>
        </a:r>
      </a:p>
    </p188:txBody>
  </p188:cm>
</p188:cmLst>
</file>

<file path=ppt/comments/modernComment_193_639E7D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5EB21-D750-ED43-8CE0-78B8A88D3B88}" authorId="{501E6354-3C8C-F4A8-01F0-C3E21AFAD11E}" status="resolved" created="2026-07-11T15:12:14.330" complete="100000">
    <pc:sldMkLst xmlns:pc="http://schemas.microsoft.com/office/powerpoint/2013/main/command">
      <pc:docMk/>
      <pc:sldMk cId="1671331197" sldId="403"/>
    </pc:sldMkLst>
    <p188:txBody>
      <a:bodyPr/>
      <a:lstStyle/>
      <a:p>
        <a:r>
          <a:rPr lang="ja-JP" altLang="en-US"/>
          <a:t>欠損とはそもそも何なのか前のスライドで説明する。</a:t>
        </a:r>
      </a:p>
    </p188:txBody>
  </p188:cm>
</p188:cmLst>
</file>

<file path=ppt/comments/modernComment_197_9E5473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4247F5-0EE6-1C45-8BD1-7D9FC33F391C}" authorId="{501E6354-3C8C-F4A8-01F0-C3E21AFAD11E}" created="2026-07-11T15:13:20.546">
    <pc:sldMkLst xmlns:pc="http://schemas.microsoft.com/office/powerpoint/2013/main/command">
      <pc:docMk/>
      <pc:sldMk cId="2656334716" sldId="407"/>
    </pc:sldMkLst>
    <p188:txBody>
      <a:bodyPr/>
      <a:lstStyle/>
      <a:p>
        <a:r>
          <a:rPr lang="ja-JP" altLang="en-US"/>
          <a:t>各方法に関して説明と簡単な指揮を入れる。</a:t>
        </a:r>
      </a:p>
    </p188:txBody>
  </p188:cm>
</p188:cmLst>
</file>

<file path=ppt/comments/modernComment_199_34520A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7C3C23-38E2-8F4E-A10B-5205DAE2174F}" authorId="{501E6354-3C8C-F4A8-01F0-C3E21AFAD11E}" status="resolved" created="2026-07-13T06:20:12.920" complete="100000">
    <pc:sldMkLst xmlns:pc="http://schemas.microsoft.com/office/powerpoint/2013/main/command">
      <pc:docMk/>
      <pc:sldMk cId="877791763" sldId="409"/>
    </pc:sldMkLst>
    <p188:txBody>
      <a:bodyPr/>
      <a:lstStyle/>
      <a:p>
        <a:r>
          <a:rPr lang="ja-JP" altLang="en-US"/>
          <a:t>ブースティングの1つである勾配ブースティングの式の説明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2045BB-1CEC-D14E-9F1C-259F2458EAF1}" type="doc">
      <dgm:prSet loTypeId="urn:microsoft.com/office/officeart/2005/8/layout/orgChart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kumimoji="1" lang="ja-JP" altLang="en-US"/>
        </a:p>
      </dgm:t>
    </dgm:pt>
    <dgm:pt modelId="{80ADD0CF-552A-8C45-8636-0F16B340835E}">
      <dgm:prSet phldrT="[テキスト]" custT="1"/>
      <dgm:spPr/>
      <dgm:t>
        <a:bodyPr/>
        <a:lstStyle/>
        <a:p>
          <a:r>
            <a:rPr kumimoji="1" lang="ja-JP" altLang="en-US" sz="2000"/>
            <a:t>アンサンブル学習</a:t>
          </a:r>
        </a:p>
      </dgm:t>
    </dgm:pt>
    <dgm:pt modelId="{E2B4D826-1CF8-4C4F-8B1D-81FAF60CC5DB}" type="parTrans" cxnId="{F38D29A2-3987-1E4F-BD03-C62B2321841F}">
      <dgm:prSet/>
      <dgm:spPr/>
      <dgm:t>
        <a:bodyPr/>
        <a:lstStyle/>
        <a:p>
          <a:endParaRPr kumimoji="1" lang="ja-JP" altLang="en-US"/>
        </a:p>
      </dgm:t>
    </dgm:pt>
    <dgm:pt modelId="{82CDB5BA-47E2-8C48-A733-3C896A405E1F}" type="sibTrans" cxnId="{F38D29A2-3987-1E4F-BD03-C62B2321841F}">
      <dgm:prSet/>
      <dgm:spPr/>
      <dgm:t>
        <a:bodyPr/>
        <a:lstStyle/>
        <a:p>
          <a:endParaRPr kumimoji="1" lang="ja-JP" altLang="en-US"/>
        </a:p>
      </dgm:t>
    </dgm:pt>
    <dgm:pt modelId="{D8824F3D-1713-5E43-975C-8AA7FE9E6C30}">
      <dgm:prSet phldrT="[テキスト]" custT="1"/>
      <dgm:spPr/>
      <dgm:t>
        <a:bodyPr/>
        <a:lstStyle/>
        <a:p>
          <a:r>
            <a:rPr kumimoji="1" lang="ja-JP" altLang="en-US" sz="2000"/>
            <a:t>ブースティング</a:t>
          </a:r>
          <a:r>
            <a:rPr kumimoji="1" lang="en-US" altLang="ja-JP" sz="2000" dirty="0"/>
            <a:t>(</a:t>
          </a:r>
          <a:r>
            <a:rPr kumimoji="1" lang="ja-JP" altLang="en-US" sz="2000"/>
            <a:t>直列型</a:t>
          </a:r>
          <a:r>
            <a:rPr kumimoji="1" lang="en-US" altLang="ja-JP" sz="2000" dirty="0"/>
            <a:t>)</a:t>
          </a:r>
          <a:endParaRPr kumimoji="1" lang="ja-JP" altLang="en-US" sz="2000"/>
        </a:p>
      </dgm:t>
    </dgm:pt>
    <dgm:pt modelId="{D0C5E86C-889A-0C47-858F-6D690D8720BD}" type="parTrans" cxnId="{81E6CF7F-242C-D642-9372-E59E26654E48}">
      <dgm:prSet/>
      <dgm:spPr/>
      <dgm:t>
        <a:bodyPr/>
        <a:lstStyle/>
        <a:p>
          <a:endParaRPr kumimoji="1" lang="ja-JP" altLang="en-US" sz="2000"/>
        </a:p>
      </dgm:t>
    </dgm:pt>
    <dgm:pt modelId="{CBC6CF0B-3D2D-DE4D-B3D0-1127712CAD36}" type="sibTrans" cxnId="{81E6CF7F-242C-D642-9372-E59E26654E48}">
      <dgm:prSet/>
      <dgm:spPr/>
      <dgm:t>
        <a:bodyPr/>
        <a:lstStyle/>
        <a:p>
          <a:endParaRPr kumimoji="1" lang="ja-JP" altLang="en-US"/>
        </a:p>
      </dgm:t>
    </dgm:pt>
    <dgm:pt modelId="{E24E4D8A-5D61-D54D-B56F-255D1559349A}">
      <dgm:prSet phldrT="[テキスト]" custT="1"/>
      <dgm:spPr/>
      <dgm:t>
        <a:bodyPr/>
        <a:lstStyle/>
        <a:p>
          <a:r>
            <a:rPr kumimoji="1" lang="ja-JP" altLang="en-US" sz="2000"/>
            <a:t>バギング</a:t>
          </a:r>
          <a:r>
            <a:rPr kumimoji="1" lang="en-US" altLang="ja-JP" sz="2000" dirty="0"/>
            <a:t>(</a:t>
          </a:r>
          <a:r>
            <a:rPr kumimoji="1" lang="ja-JP" altLang="en-US" sz="2000"/>
            <a:t>並列型</a:t>
          </a:r>
          <a:r>
            <a:rPr kumimoji="1" lang="en-US" altLang="ja-JP" sz="2000" dirty="0"/>
            <a:t>)</a:t>
          </a:r>
          <a:endParaRPr kumimoji="1" lang="ja-JP" altLang="en-US" sz="2000"/>
        </a:p>
      </dgm:t>
    </dgm:pt>
    <dgm:pt modelId="{945CCDDF-81C8-D74C-8474-B081E5CCB0F5}" type="parTrans" cxnId="{62DE0F2A-C6F7-6944-932A-03F49052E87B}">
      <dgm:prSet/>
      <dgm:spPr/>
      <dgm:t>
        <a:bodyPr/>
        <a:lstStyle/>
        <a:p>
          <a:endParaRPr kumimoji="1" lang="ja-JP" altLang="en-US" sz="2000"/>
        </a:p>
      </dgm:t>
    </dgm:pt>
    <dgm:pt modelId="{44174811-645E-8A4B-A9CB-F348DD706D6D}" type="sibTrans" cxnId="{62DE0F2A-C6F7-6944-932A-03F49052E87B}">
      <dgm:prSet/>
      <dgm:spPr/>
      <dgm:t>
        <a:bodyPr/>
        <a:lstStyle/>
        <a:p>
          <a:endParaRPr kumimoji="1" lang="ja-JP" altLang="en-US"/>
        </a:p>
      </dgm:t>
    </dgm:pt>
    <dgm:pt modelId="{0F8D3835-F565-8649-BC53-F502D2E62522}" type="pres">
      <dgm:prSet presAssocID="{5A2045BB-1CEC-D14E-9F1C-259F2458EAF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93DBA7D-A807-5B48-92AD-35EE1BDA3C86}" type="pres">
      <dgm:prSet presAssocID="{80ADD0CF-552A-8C45-8636-0F16B340835E}" presName="hierRoot1" presStyleCnt="0">
        <dgm:presLayoutVars>
          <dgm:hierBranch val="init"/>
        </dgm:presLayoutVars>
      </dgm:prSet>
      <dgm:spPr/>
    </dgm:pt>
    <dgm:pt modelId="{0780B1F0-0705-144C-AFA6-33746AA91913}" type="pres">
      <dgm:prSet presAssocID="{80ADD0CF-552A-8C45-8636-0F16B340835E}" presName="rootComposite1" presStyleCnt="0"/>
      <dgm:spPr/>
    </dgm:pt>
    <dgm:pt modelId="{2BD8A2D9-0D5F-A740-AFC5-9F290F43F6E4}" type="pres">
      <dgm:prSet presAssocID="{80ADD0CF-552A-8C45-8636-0F16B340835E}" presName="rootText1" presStyleLbl="node0" presStyleIdx="0" presStyleCnt="1" custScaleX="174108" custScaleY="47321" custLinFactNeighborX="0" custLinFactNeighborY="-29787">
        <dgm:presLayoutVars>
          <dgm:chPref val="3"/>
        </dgm:presLayoutVars>
      </dgm:prSet>
      <dgm:spPr/>
    </dgm:pt>
    <dgm:pt modelId="{232F0098-42C7-3641-A9A4-9519E70C6CF8}" type="pres">
      <dgm:prSet presAssocID="{80ADD0CF-552A-8C45-8636-0F16B340835E}" presName="rootConnector1" presStyleLbl="node1" presStyleIdx="0" presStyleCnt="0"/>
      <dgm:spPr/>
    </dgm:pt>
    <dgm:pt modelId="{A74AC5B7-94DD-BB49-9ADC-BB0BD97F4E8A}" type="pres">
      <dgm:prSet presAssocID="{80ADD0CF-552A-8C45-8636-0F16B340835E}" presName="hierChild2" presStyleCnt="0"/>
      <dgm:spPr/>
    </dgm:pt>
    <dgm:pt modelId="{AB9FFF26-62B6-9349-9BAF-586C7C5F2ADC}" type="pres">
      <dgm:prSet presAssocID="{D0C5E86C-889A-0C47-858F-6D690D8720BD}" presName="Name37" presStyleLbl="parChTrans1D2" presStyleIdx="0" presStyleCnt="2" custSzX="1031769" custSzY="256562"/>
      <dgm:spPr/>
    </dgm:pt>
    <dgm:pt modelId="{45D2F605-7895-0246-91B4-6D86C7D88B48}" type="pres">
      <dgm:prSet presAssocID="{D8824F3D-1713-5E43-975C-8AA7FE9E6C30}" presName="hierRoot2" presStyleCnt="0">
        <dgm:presLayoutVars>
          <dgm:hierBranch val="init"/>
        </dgm:presLayoutVars>
      </dgm:prSet>
      <dgm:spPr/>
    </dgm:pt>
    <dgm:pt modelId="{C7FABB5E-69F9-3042-AD33-7C7727A416BB}" type="pres">
      <dgm:prSet presAssocID="{D8824F3D-1713-5E43-975C-8AA7FE9E6C30}" presName="rootComposite" presStyleCnt="0"/>
      <dgm:spPr/>
    </dgm:pt>
    <dgm:pt modelId="{82F50FD4-656C-2440-B052-C3702BD2DBC1}" type="pres">
      <dgm:prSet presAssocID="{D8824F3D-1713-5E43-975C-8AA7FE9E6C30}" presName="rootText" presStyleLbl="node2" presStyleIdx="0" presStyleCnt="2" custScaleX="87473" custScaleY="47321" custLinFactNeighborX="-121" custLinFactNeighborY="3618">
        <dgm:presLayoutVars>
          <dgm:chPref val="3"/>
        </dgm:presLayoutVars>
      </dgm:prSet>
      <dgm:spPr/>
    </dgm:pt>
    <dgm:pt modelId="{9A8A5BEB-607E-7A40-9418-05428167A637}" type="pres">
      <dgm:prSet presAssocID="{D8824F3D-1713-5E43-975C-8AA7FE9E6C30}" presName="rootConnector" presStyleLbl="node2" presStyleIdx="0" presStyleCnt="2"/>
      <dgm:spPr/>
    </dgm:pt>
    <dgm:pt modelId="{D99D6251-98B3-C643-8CB2-BA295C63EFDF}" type="pres">
      <dgm:prSet presAssocID="{D8824F3D-1713-5E43-975C-8AA7FE9E6C30}" presName="hierChild4" presStyleCnt="0"/>
      <dgm:spPr/>
    </dgm:pt>
    <dgm:pt modelId="{AFD4401C-5452-A44E-AC0D-8B06070DD98C}" type="pres">
      <dgm:prSet presAssocID="{D8824F3D-1713-5E43-975C-8AA7FE9E6C30}" presName="hierChild5" presStyleCnt="0"/>
      <dgm:spPr/>
    </dgm:pt>
    <dgm:pt modelId="{FE0256B9-DF19-DE43-A06A-E3EF7BAAC5E6}" type="pres">
      <dgm:prSet presAssocID="{945CCDDF-81C8-D74C-8474-B081E5CCB0F5}" presName="Name37" presStyleLbl="parChTrans1D2" presStyleIdx="1" presStyleCnt="2" custSzX="1893126" custSzY="256562"/>
      <dgm:spPr/>
    </dgm:pt>
    <dgm:pt modelId="{DA82938F-6567-6F46-A494-59E30C523026}" type="pres">
      <dgm:prSet presAssocID="{E24E4D8A-5D61-D54D-B56F-255D1559349A}" presName="hierRoot2" presStyleCnt="0">
        <dgm:presLayoutVars>
          <dgm:hierBranch val="init"/>
        </dgm:presLayoutVars>
      </dgm:prSet>
      <dgm:spPr/>
    </dgm:pt>
    <dgm:pt modelId="{C206D196-AC97-694B-8F45-4F579E895704}" type="pres">
      <dgm:prSet presAssocID="{E24E4D8A-5D61-D54D-B56F-255D1559349A}" presName="rootComposite" presStyleCnt="0"/>
      <dgm:spPr/>
    </dgm:pt>
    <dgm:pt modelId="{E424AF12-A738-A14D-BC64-044339569263}" type="pres">
      <dgm:prSet presAssocID="{E24E4D8A-5D61-D54D-B56F-255D1559349A}" presName="rootText" presStyleLbl="node2" presStyleIdx="1" presStyleCnt="2" custScaleX="95829" custScaleY="49098" custLinFactNeighborX="3648" custLinFactNeighborY="3546">
        <dgm:presLayoutVars>
          <dgm:chPref val="3"/>
        </dgm:presLayoutVars>
      </dgm:prSet>
      <dgm:spPr/>
    </dgm:pt>
    <dgm:pt modelId="{C0EEB98B-383F-C746-9BEB-A75CAD6AA8E1}" type="pres">
      <dgm:prSet presAssocID="{E24E4D8A-5D61-D54D-B56F-255D1559349A}" presName="rootConnector" presStyleLbl="node2" presStyleIdx="1" presStyleCnt="2"/>
      <dgm:spPr/>
    </dgm:pt>
    <dgm:pt modelId="{750E84E8-4E62-8344-9894-DA70F78D7DB3}" type="pres">
      <dgm:prSet presAssocID="{E24E4D8A-5D61-D54D-B56F-255D1559349A}" presName="hierChild4" presStyleCnt="0"/>
      <dgm:spPr/>
    </dgm:pt>
    <dgm:pt modelId="{64A8F104-241C-644E-8F7B-9C861C64E287}" type="pres">
      <dgm:prSet presAssocID="{E24E4D8A-5D61-D54D-B56F-255D1559349A}" presName="hierChild5" presStyleCnt="0"/>
      <dgm:spPr/>
    </dgm:pt>
    <dgm:pt modelId="{D342071F-0FAE-8F4A-A830-CC6BC6D14DBB}" type="pres">
      <dgm:prSet presAssocID="{80ADD0CF-552A-8C45-8636-0F16B340835E}" presName="hierChild3" presStyleCnt="0"/>
      <dgm:spPr/>
    </dgm:pt>
  </dgm:ptLst>
  <dgm:cxnLst>
    <dgm:cxn modelId="{C0DA3216-72A4-4A4D-96C1-6393EBE1A7CC}" type="presOf" srcId="{E24E4D8A-5D61-D54D-B56F-255D1559349A}" destId="{E424AF12-A738-A14D-BC64-044339569263}" srcOrd="0" destOrd="0" presId="urn:microsoft.com/office/officeart/2005/8/layout/orgChart1"/>
    <dgm:cxn modelId="{62DE0F2A-C6F7-6944-932A-03F49052E87B}" srcId="{80ADD0CF-552A-8C45-8636-0F16B340835E}" destId="{E24E4D8A-5D61-D54D-B56F-255D1559349A}" srcOrd="1" destOrd="0" parTransId="{945CCDDF-81C8-D74C-8474-B081E5CCB0F5}" sibTransId="{44174811-645E-8A4B-A9CB-F348DD706D6D}"/>
    <dgm:cxn modelId="{1B791F6B-E19C-C442-9E7D-70D86DED1C9E}" type="presOf" srcId="{80ADD0CF-552A-8C45-8636-0F16B340835E}" destId="{2BD8A2D9-0D5F-A740-AFC5-9F290F43F6E4}" srcOrd="0" destOrd="0" presId="urn:microsoft.com/office/officeart/2005/8/layout/orgChart1"/>
    <dgm:cxn modelId="{18F1F670-3590-C449-983E-7C99B1F47045}" type="presOf" srcId="{945CCDDF-81C8-D74C-8474-B081E5CCB0F5}" destId="{FE0256B9-DF19-DE43-A06A-E3EF7BAAC5E6}" srcOrd="0" destOrd="0" presId="urn:microsoft.com/office/officeart/2005/8/layout/orgChart1"/>
    <dgm:cxn modelId="{81E6CF7F-242C-D642-9372-E59E26654E48}" srcId="{80ADD0CF-552A-8C45-8636-0F16B340835E}" destId="{D8824F3D-1713-5E43-975C-8AA7FE9E6C30}" srcOrd="0" destOrd="0" parTransId="{D0C5E86C-889A-0C47-858F-6D690D8720BD}" sibTransId="{CBC6CF0B-3D2D-DE4D-B3D0-1127712CAD36}"/>
    <dgm:cxn modelId="{CB06BD96-87B5-804D-A780-AC0DA63FA92D}" type="presOf" srcId="{D0C5E86C-889A-0C47-858F-6D690D8720BD}" destId="{AB9FFF26-62B6-9349-9BAF-586C7C5F2ADC}" srcOrd="0" destOrd="0" presId="urn:microsoft.com/office/officeart/2005/8/layout/orgChart1"/>
    <dgm:cxn modelId="{4906F79A-8C2E-CC41-92D6-A3C66962337D}" type="presOf" srcId="{E24E4D8A-5D61-D54D-B56F-255D1559349A}" destId="{C0EEB98B-383F-C746-9BEB-A75CAD6AA8E1}" srcOrd="1" destOrd="0" presId="urn:microsoft.com/office/officeart/2005/8/layout/orgChart1"/>
    <dgm:cxn modelId="{F38D29A2-3987-1E4F-BD03-C62B2321841F}" srcId="{5A2045BB-1CEC-D14E-9F1C-259F2458EAF1}" destId="{80ADD0CF-552A-8C45-8636-0F16B340835E}" srcOrd="0" destOrd="0" parTransId="{E2B4D826-1CF8-4C4F-8B1D-81FAF60CC5DB}" sibTransId="{82CDB5BA-47E2-8C48-A733-3C896A405E1F}"/>
    <dgm:cxn modelId="{0AEEC0AF-FAB2-A54E-ADB2-AB877FA8F821}" type="presOf" srcId="{D8824F3D-1713-5E43-975C-8AA7FE9E6C30}" destId="{82F50FD4-656C-2440-B052-C3702BD2DBC1}" srcOrd="0" destOrd="0" presId="urn:microsoft.com/office/officeart/2005/8/layout/orgChart1"/>
    <dgm:cxn modelId="{E91D56B6-4E15-EB44-8D72-26222CCD5CB7}" type="presOf" srcId="{5A2045BB-1CEC-D14E-9F1C-259F2458EAF1}" destId="{0F8D3835-F565-8649-BC53-F502D2E62522}" srcOrd="0" destOrd="0" presId="urn:microsoft.com/office/officeart/2005/8/layout/orgChart1"/>
    <dgm:cxn modelId="{3396A4CF-7244-CD42-8AA6-5CBBEAA89C39}" type="presOf" srcId="{80ADD0CF-552A-8C45-8636-0F16B340835E}" destId="{232F0098-42C7-3641-A9A4-9519E70C6CF8}" srcOrd="1" destOrd="0" presId="urn:microsoft.com/office/officeart/2005/8/layout/orgChart1"/>
    <dgm:cxn modelId="{6A8E07EF-D191-0446-A83B-9729B85B5C27}" type="presOf" srcId="{D8824F3D-1713-5E43-975C-8AA7FE9E6C30}" destId="{9A8A5BEB-607E-7A40-9418-05428167A637}" srcOrd="1" destOrd="0" presId="urn:microsoft.com/office/officeart/2005/8/layout/orgChart1"/>
    <dgm:cxn modelId="{D5133328-6617-E44A-96D9-360673AE1917}" type="presParOf" srcId="{0F8D3835-F565-8649-BC53-F502D2E62522}" destId="{B93DBA7D-A807-5B48-92AD-35EE1BDA3C86}" srcOrd="0" destOrd="0" presId="urn:microsoft.com/office/officeart/2005/8/layout/orgChart1"/>
    <dgm:cxn modelId="{7930D716-D72D-9348-9345-E898249A4222}" type="presParOf" srcId="{B93DBA7D-A807-5B48-92AD-35EE1BDA3C86}" destId="{0780B1F0-0705-144C-AFA6-33746AA91913}" srcOrd="0" destOrd="0" presId="urn:microsoft.com/office/officeart/2005/8/layout/orgChart1"/>
    <dgm:cxn modelId="{5096B4BC-B9D5-6646-B526-816A38C0391A}" type="presParOf" srcId="{0780B1F0-0705-144C-AFA6-33746AA91913}" destId="{2BD8A2D9-0D5F-A740-AFC5-9F290F43F6E4}" srcOrd="0" destOrd="0" presId="urn:microsoft.com/office/officeart/2005/8/layout/orgChart1"/>
    <dgm:cxn modelId="{905C140C-82EB-8541-837B-A80C763E5432}" type="presParOf" srcId="{0780B1F0-0705-144C-AFA6-33746AA91913}" destId="{232F0098-42C7-3641-A9A4-9519E70C6CF8}" srcOrd="1" destOrd="0" presId="urn:microsoft.com/office/officeart/2005/8/layout/orgChart1"/>
    <dgm:cxn modelId="{404D79C4-E5A1-C248-B0D2-7B18D593190A}" type="presParOf" srcId="{B93DBA7D-A807-5B48-92AD-35EE1BDA3C86}" destId="{A74AC5B7-94DD-BB49-9ADC-BB0BD97F4E8A}" srcOrd="1" destOrd="0" presId="urn:microsoft.com/office/officeart/2005/8/layout/orgChart1"/>
    <dgm:cxn modelId="{EAA9180A-0387-544A-94E1-0CE73A47EF78}" type="presParOf" srcId="{A74AC5B7-94DD-BB49-9ADC-BB0BD97F4E8A}" destId="{AB9FFF26-62B6-9349-9BAF-586C7C5F2ADC}" srcOrd="0" destOrd="0" presId="urn:microsoft.com/office/officeart/2005/8/layout/orgChart1"/>
    <dgm:cxn modelId="{7D63206B-3AFF-3C47-9D41-63FF426F0BA5}" type="presParOf" srcId="{A74AC5B7-94DD-BB49-9ADC-BB0BD97F4E8A}" destId="{45D2F605-7895-0246-91B4-6D86C7D88B48}" srcOrd="1" destOrd="0" presId="urn:microsoft.com/office/officeart/2005/8/layout/orgChart1"/>
    <dgm:cxn modelId="{CD1A6515-458C-0E4C-BBE1-53AF33EFBDCC}" type="presParOf" srcId="{45D2F605-7895-0246-91B4-6D86C7D88B48}" destId="{C7FABB5E-69F9-3042-AD33-7C7727A416BB}" srcOrd="0" destOrd="0" presId="urn:microsoft.com/office/officeart/2005/8/layout/orgChart1"/>
    <dgm:cxn modelId="{DDE2F16F-9320-3B4D-89DB-F59291B3EE26}" type="presParOf" srcId="{C7FABB5E-69F9-3042-AD33-7C7727A416BB}" destId="{82F50FD4-656C-2440-B052-C3702BD2DBC1}" srcOrd="0" destOrd="0" presId="urn:microsoft.com/office/officeart/2005/8/layout/orgChart1"/>
    <dgm:cxn modelId="{F1A77446-8DEF-5C4C-8EA6-82CE4DB81F74}" type="presParOf" srcId="{C7FABB5E-69F9-3042-AD33-7C7727A416BB}" destId="{9A8A5BEB-607E-7A40-9418-05428167A637}" srcOrd="1" destOrd="0" presId="urn:microsoft.com/office/officeart/2005/8/layout/orgChart1"/>
    <dgm:cxn modelId="{A61188FD-9246-3043-9944-FCD7ABF7A409}" type="presParOf" srcId="{45D2F605-7895-0246-91B4-6D86C7D88B48}" destId="{D99D6251-98B3-C643-8CB2-BA295C63EFDF}" srcOrd="1" destOrd="0" presId="urn:microsoft.com/office/officeart/2005/8/layout/orgChart1"/>
    <dgm:cxn modelId="{FE0C6632-EFD8-8943-8653-CDCF3B93A606}" type="presParOf" srcId="{45D2F605-7895-0246-91B4-6D86C7D88B48}" destId="{AFD4401C-5452-A44E-AC0D-8B06070DD98C}" srcOrd="2" destOrd="0" presId="urn:microsoft.com/office/officeart/2005/8/layout/orgChart1"/>
    <dgm:cxn modelId="{432322D3-11C1-B54F-A832-C3874FCFD3CF}" type="presParOf" srcId="{A74AC5B7-94DD-BB49-9ADC-BB0BD97F4E8A}" destId="{FE0256B9-DF19-DE43-A06A-E3EF7BAAC5E6}" srcOrd="2" destOrd="0" presId="urn:microsoft.com/office/officeart/2005/8/layout/orgChart1"/>
    <dgm:cxn modelId="{60FF081A-7217-5847-A150-0FBAFAB24134}" type="presParOf" srcId="{A74AC5B7-94DD-BB49-9ADC-BB0BD97F4E8A}" destId="{DA82938F-6567-6F46-A494-59E30C523026}" srcOrd="3" destOrd="0" presId="urn:microsoft.com/office/officeart/2005/8/layout/orgChart1"/>
    <dgm:cxn modelId="{D36AD60E-CBA1-864F-B2C2-60A4D510BA1B}" type="presParOf" srcId="{DA82938F-6567-6F46-A494-59E30C523026}" destId="{C206D196-AC97-694B-8F45-4F579E895704}" srcOrd="0" destOrd="0" presId="urn:microsoft.com/office/officeart/2005/8/layout/orgChart1"/>
    <dgm:cxn modelId="{0C3F9FFF-843F-154B-8F8A-A41F4821D3FF}" type="presParOf" srcId="{C206D196-AC97-694B-8F45-4F579E895704}" destId="{E424AF12-A738-A14D-BC64-044339569263}" srcOrd="0" destOrd="0" presId="urn:microsoft.com/office/officeart/2005/8/layout/orgChart1"/>
    <dgm:cxn modelId="{4B698A36-4158-3145-9C59-4D04338D7D82}" type="presParOf" srcId="{C206D196-AC97-694B-8F45-4F579E895704}" destId="{C0EEB98B-383F-C746-9BEB-A75CAD6AA8E1}" srcOrd="1" destOrd="0" presId="urn:microsoft.com/office/officeart/2005/8/layout/orgChart1"/>
    <dgm:cxn modelId="{23B6BD2D-D1F3-1E4D-873F-C2EF967592CA}" type="presParOf" srcId="{DA82938F-6567-6F46-A494-59E30C523026}" destId="{750E84E8-4E62-8344-9894-DA70F78D7DB3}" srcOrd="1" destOrd="0" presId="urn:microsoft.com/office/officeart/2005/8/layout/orgChart1"/>
    <dgm:cxn modelId="{3C6FF781-AF32-634F-9756-0D90321937C0}" type="presParOf" srcId="{DA82938F-6567-6F46-A494-59E30C523026}" destId="{64A8F104-241C-644E-8F7B-9C861C64E287}" srcOrd="2" destOrd="0" presId="urn:microsoft.com/office/officeart/2005/8/layout/orgChart1"/>
    <dgm:cxn modelId="{BE1F3754-C907-A141-A2CF-358670E202EC}" type="presParOf" srcId="{B93DBA7D-A807-5B48-92AD-35EE1BDA3C86}" destId="{D342071F-0FAE-8F4A-A830-CC6BC6D14DB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0256B9-DF19-DE43-A06A-E3EF7BAAC5E6}">
      <dsp:nvSpPr>
        <dsp:cNvPr id="0" name=""/>
        <dsp:cNvSpPr/>
      </dsp:nvSpPr>
      <dsp:spPr>
        <a:xfrm>
          <a:off x="4198470" y="1250710"/>
          <a:ext cx="2231487" cy="1546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5237"/>
              </a:lnTo>
              <a:lnTo>
                <a:pt x="2231487" y="1115237"/>
              </a:lnTo>
              <a:lnTo>
                <a:pt x="2231487" y="1546282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9FFF26-62B6-9349-9BAF-586C7C5F2ADC}">
      <dsp:nvSpPr>
        <dsp:cNvPr id="0" name=""/>
        <dsp:cNvSpPr/>
      </dsp:nvSpPr>
      <dsp:spPr>
        <a:xfrm>
          <a:off x="1795474" y="1250710"/>
          <a:ext cx="2402995" cy="1547760"/>
        </a:xfrm>
        <a:custGeom>
          <a:avLst/>
          <a:gdLst/>
          <a:ahLst/>
          <a:cxnLst/>
          <a:rect l="0" t="0" r="0" b="0"/>
          <a:pathLst>
            <a:path>
              <a:moveTo>
                <a:pt x="2402995" y="0"/>
              </a:moveTo>
              <a:lnTo>
                <a:pt x="2402995" y="1116715"/>
              </a:lnTo>
              <a:lnTo>
                <a:pt x="0" y="1116715"/>
              </a:lnTo>
              <a:lnTo>
                <a:pt x="0" y="154776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D8A2D9-0D5F-A740-AFC5-9F290F43F6E4}">
      <dsp:nvSpPr>
        <dsp:cNvPr id="0" name=""/>
        <dsp:cNvSpPr/>
      </dsp:nvSpPr>
      <dsp:spPr>
        <a:xfrm>
          <a:off x="624734" y="279400"/>
          <a:ext cx="7147471" cy="9713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/>
            <a:t>アンサンブル学習</a:t>
          </a:r>
        </a:p>
      </dsp:txBody>
      <dsp:txXfrm>
        <a:off x="624734" y="279400"/>
        <a:ext cx="7147471" cy="971309"/>
      </dsp:txXfrm>
    </dsp:sp>
    <dsp:sp modelId="{82F50FD4-656C-2440-B052-C3702BD2DBC1}">
      <dsp:nvSpPr>
        <dsp:cNvPr id="0" name=""/>
        <dsp:cNvSpPr/>
      </dsp:nvSpPr>
      <dsp:spPr>
        <a:xfrm>
          <a:off x="6" y="2798470"/>
          <a:ext cx="3590936" cy="9713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/>
            <a:t>ブースティング</a:t>
          </a:r>
          <a:r>
            <a:rPr kumimoji="1" lang="en-US" altLang="ja-JP" sz="2000" kern="1200" dirty="0"/>
            <a:t>(</a:t>
          </a:r>
          <a:r>
            <a:rPr kumimoji="1" lang="ja-JP" altLang="en-US" sz="2000" kern="1200"/>
            <a:t>直列型</a:t>
          </a:r>
          <a:r>
            <a:rPr kumimoji="1" lang="en-US" altLang="ja-JP" sz="2000" kern="1200" dirty="0"/>
            <a:t>)</a:t>
          </a:r>
          <a:endParaRPr kumimoji="1" lang="ja-JP" altLang="en-US" sz="2000" kern="1200"/>
        </a:p>
      </dsp:txBody>
      <dsp:txXfrm>
        <a:off x="6" y="2798470"/>
        <a:ext cx="3590936" cy="971309"/>
      </dsp:txXfrm>
    </dsp:sp>
    <dsp:sp modelId="{E424AF12-A738-A14D-BC64-044339569263}">
      <dsp:nvSpPr>
        <dsp:cNvPr id="0" name=""/>
        <dsp:cNvSpPr/>
      </dsp:nvSpPr>
      <dsp:spPr>
        <a:xfrm>
          <a:off x="4462974" y="2796993"/>
          <a:ext cx="3933966" cy="10077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/>
            <a:t>バギング</a:t>
          </a:r>
          <a:r>
            <a:rPr kumimoji="1" lang="en-US" altLang="ja-JP" sz="2000" kern="1200" dirty="0"/>
            <a:t>(</a:t>
          </a:r>
          <a:r>
            <a:rPr kumimoji="1" lang="ja-JP" altLang="en-US" sz="2000" kern="1200"/>
            <a:t>並列型</a:t>
          </a:r>
          <a:r>
            <a:rPr kumimoji="1" lang="en-US" altLang="ja-JP" sz="2000" kern="1200" dirty="0"/>
            <a:t>)</a:t>
          </a:r>
          <a:endParaRPr kumimoji="1" lang="ja-JP" altLang="en-US" sz="2000" kern="1200"/>
        </a:p>
      </dsp:txBody>
      <dsp:txXfrm>
        <a:off x="4462974" y="2796993"/>
        <a:ext cx="3933966" cy="1007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24AD8-4998-044A-925A-A520089421FD}" type="datetimeFigureOut">
              <a:rPr kumimoji="1" lang="ja-JP" altLang="en-US" smtClean="0"/>
              <a:t>2026/7/13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61BE0-B5FD-5A45-8767-05873F65FD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4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61BE0-B5FD-5A45-8767-05873F65FD7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939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ユーザー設定レイアウ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辺形 7">
            <a:extLst>
              <a:ext uri="{FF2B5EF4-FFF2-40B4-BE49-F238E27FC236}">
                <a16:creationId xmlns:a16="http://schemas.microsoft.com/office/drawing/2014/main" id="{D7C6BBBA-58F0-AA91-E0FF-77375EB4F6F3}"/>
              </a:ext>
            </a:extLst>
          </p:cNvPr>
          <p:cNvSpPr/>
          <p:nvPr/>
        </p:nvSpPr>
        <p:spPr>
          <a:xfrm>
            <a:off x="188260" y="736900"/>
            <a:ext cx="7955952" cy="91441"/>
          </a:xfrm>
          <a:prstGeom prst="parallelogram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60BB1EAA-51DF-819F-1C51-D44F2A9FC8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7177" y="952500"/>
            <a:ext cx="8594725" cy="5168900"/>
          </a:xfrm>
        </p:spPr>
        <p:txBody>
          <a:bodyPr/>
          <a:lstStyle>
            <a:lvl1pPr marL="128588" indent="-128588">
              <a:buClr>
                <a:schemeClr val="accent1"/>
              </a:buClr>
              <a:buFont typeface="Wingdings" panose="05000000000000000000" pitchFamily="2" charset="2"/>
              <a:buChar char="Ø"/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385763" indent="-128588">
              <a:buFont typeface="Wingdings" panose="05000000000000000000" pitchFamily="2" charset="2"/>
              <a:buChar char="n"/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9E63E15F-51C5-F8CA-158C-F23F370F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9" y="138528"/>
            <a:ext cx="8698563" cy="813972"/>
          </a:xfrm>
        </p:spPr>
        <p:txBody>
          <a:bodyPr/>
          <a:lstStyle>
            <a:lvl1pPr>
              <a:defRPr sz="32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9B5E14-2566-01C3-26D2-AB85FB3B5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464272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ユーザー設定レイアウ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C4DD1-D621-6BA7-B31B-62F71815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60" y="83225"/>
            <a:ext cx="8767480" cy="745116"/>
          </a:xfrm>
        </p:spPr>
        <p:txBody>
          <a:bodyPr/>
          <a:lstStyle>
            <a:lvl1pPr>
              <a:defRPr sz="32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9E236B-2A0C-39FC-4FC0-AA8A16F1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1CE0EF85-9D3C-8B54-2ED2-FB63A9C32DCB}"/>
              </a:ext>
            </a:extLst>
          </p:cNvPr>
          <p:cNvSpPr/>
          <p:nvPr/>
        </p:nvSpPr>
        <p:spPr>
          <a:xfrm>
            <a:off x="188260" y="736900"/>
            <a:ext cx="7955952" cy="91441"/>
          </a:xfrm>
          <a:prstGeom prst="parallelogram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</p:spTree>
    <p:extLst>
      <p:ext uri="{BB962C8B-B14F-4D97-AF65-F5344CB8AC3E}">
        <p14:creationId xmlns:p14="http://schemas.microsoft.com/office/powerpoint/2010/main" val="359268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15">
            <a:extLst>
              <a:ext uri="{FF2B5EF4-FFF2-40B4-BE49-F238E27FC236}">
                <a16:creationId xmlns:a16="http://schemas.microsoft.com/office/drawing/2014/main" id="{48CB5919-E356-EE1C-95C6-452C215A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F86C85-1468-4790-3E3E-70541EBE8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50886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ctr"/>
          <a:lstStyle>
            <a:lvl1pPr algn="ctr">
              <a:defRPr sz="36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6"/>
            <a:ext cx="78867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5CBEC8-DEBC-9AAD-4EEA-806852D4D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174307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536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D5844-1FED-44F4-96DA-CCBD8CA1D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51734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4">
            <a:extLst>
              <a:ext uri="{FF2B5EF4-FFF2-40B4-BE49-F238E27FC236}">
                <a16:creationId xmlns:a16="http://schemas.microsoft.com/office/drawing/2014/main" id="{3807B893-AD53-4CA3-092C-B4386A867370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34A46F-72ED-F443-0546-A68C359A6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14540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白紙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4">
            <a:extLst>
              <a:ext uri="{FF2B5EF4-FFF2-40B4-BE49-F238E27FC236}">
                <a16:creationId xmlns:a16="http://schemas.microsoft.com/office/drawing/2014/main" id="{FAE37BFE-8831-0EBF-14F5-B193EDABD3F9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" name="スライド番号プレースホルダー 2">
            <a:extLst>
              <a:ext uri="{FF2B5EF4-FFF2-40B4-BE49-F238E27FC236}">
                <a16:creationId xmlns:a16="http://schemas.microsoft.com/office/drawing/2014/main" id="{5AFFC326-78E0-9BBD-4A74-5BBD1F60DDFE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A5F47FF-427F-8FB6-9894-EA3414660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89297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タイトル付き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682"/>
            <a:ext cx="3236119" cy="1693718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57400"/>
            <a:ext cx="323611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2">
            <a:extLst>
              <a:ext uri="{FF2B5EF4-FFF2-40B4-BE49-F238E27FC236}">
                <a16:creationId xmlns:a16="http://schemas.microsoft.com/office/drawing/2014/main" id="{7F2AA56C-A22A-6A61-B9FF-BA0D3E197958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9016A-3F9F-942F-49FE-5A32E36A2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61142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タイトル付きの図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38D3C8-673D-6D18-7BA1-CED643F10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69218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タイトルと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5278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縦書きタイトルと&#10;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54183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2109" b="0"/>
              <a:t>マスター タイトルの書式設定</a:t>
            </a:r>
            <a:endParaRPr sz="2109" b="0" dirty="0"/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ja-JP" altLang="en-US" sz="1898"/>
              <a:t>マスター テキストの書式設定</a:t>
            </a:r>
          </a:p>
          <a:p>
            <a:pPr lvl="1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2 </a:t>
            </a:r>
            <a:r>
              <a:rPr lang="ja-JP" altLang="en-US" sz="1898"/>
              <a:t>レベル</a:t>
            </a:r>
          </a:p>
          <a:p>
            <a:pPr lvl="2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3 </a:t>
            </a:r>
            <a:r>
              <a:rPr lang="ja-JP" altLang="en-US" sz="1898"/>
              <a:t>レベル</a:t>
            </a:r>
          </a:p>
          <a:p>
            <a:pPr lvl="3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4 </a:t>
            </a:r>
            <a:r>
              <a:rPr lang="ja-JP" altLang="en-US" sz="1898"/>
              <a:t>レベル</a:t>
            </a:r>
          </a:p>
          <a:p>
            <a:pPr lvl="4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5 </a:t>
            </a:r>
            <a:r>
              <a:rPr lang="ja-JP" altLang="en-US" sz="1898"/>
              <a:t>レベル</a:t>
            </a:r>
            <a:endParaRPr sz="1898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B8B109-6188-A34C-6837-68A82B263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22978785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1582" b="0"/>
              <a:t>マスター タイトルの書式設定</a:t>
            </a:r>
            <a:endParaRPr sz="1582" b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8655D5C-0856-1545-A5BF-8E6A137F7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6B8CFED-1335-974E-9EEA-4EF556F20E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32" y="682410"/>
            <a:ext cx="8910962" cy="614636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67255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334A3-1F7D-F133-55EA-0BC6AFD86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F8F6C5-ADCE-C958-21AC-1F7BF1E57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D23F1-058D-79B8-0A49-55E0D28D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3C10A-0D63-0B40-A53C-8C26BDB8C513}" type="datetimeFigureOut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2026/7/13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7EE94-DBE0-BFF3-1F46-3C635524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4C2C9F-DEA2-793E-EBC6-06C2FFFD2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452838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C4DD1-D621-6BA7-B31B-62F71815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60" y="83225"/>
            <a:ext cx="8767480" cy="745116"/>
          </a:xfrm>
        </p:spPr>
        <p:txBody>
          <a:bodyPr/>
          <a:lstStyle>
            <a:lvl1pPr>
              <a:defRPr sz="32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9E236B-2A0C-39FC-4FC0-AA8A16F1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1CE0EF85-9D3C-8B54-2ED2-FB63A9C32DCB}"/>
              </a:ext>
            </a:extLst>
          </p:cNvPr>
          <p:cNvSpPr/>
          <p:nvPr/>
        </p:nvSpPr>
        <p:spPr>
          <a:xfrm>
            <a:off x="188260" y="736900"/>
            <a:ext cx="7955952" cy="91441"/>
          </a:xfrm>
          <a:prstGeom prst="parallelogram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</p:spTree>
    <p:extLst>
      <p:ext uri="{BB962C8B-B14F-4D97-AF65-F5344CB8AC3E}">
        <p14:creationId xmlns:p14="http://schemas.microsoft.com/office/powerpoint/2010/main" val="1042059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15">
            <a:extLst>
              <a:ext uri="{FF2B5EF4-FFF2-40B4-BE49-F238E27FC236}">
                <a16:creationId xmlns:a16="http://schemas.microsoft.com/office/drawing/2014/main" id="{48CB5919-E356-EE1C-95C6-452C215A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F86C85-1468-4790-3E3E-70541EBE8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408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ctr"/>
          <a:lstStyle>
            <a:lvl1pPr algn="ctr">
              <a:defRPr sz="36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6"/>
            <a:ext cx="78867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5CBEC8-DEBC-9AAD-4EEA-806852D4D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19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536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D5844-1FED-44F4-96DA-CCBD8CA1D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6041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4">
            <a:extLst>
              <a:ext uri="{FF2B5EF4-FFF2-40B4-BE49-F238E27FC236}">
                <a16:creationId xmlns:a16="http://schemas.microsoft.com/office/drawing/2014/main" id="{3807B893-AD53-4CA3-092C-B4386A867370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34A46F-72ED-F443-0546-A68C359A6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1455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677924-6C1B-8656-0B30-C8630F8AD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920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4">
            <a:extLst>
              <a:ext uri="{FF2B5EF4-FFF2-40B4-BE49-F238E27FC236}">
                <a16:creationId xmlns:a16="http://schemas.microsoft.com/office/drawing/2014/main" id="{FAE37BFE-8831-0EBF-14F5-B193EDABD3F9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" name="スライド番号プレースホルダー 2">
            <a:extLst>
              <a:ext uri="{FF2B5EF4-FFF2-40B4-BE49-F238E27FC236}">
                <a16:creationId xmlns:a16="http://schemas.microsoft.com/office/drawing/2014/main" id="{5AFFC326-78E0-9BBD-4A74-5BBD1F60DDFE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A5F47FF-427F-8FB6-9894-EA3414660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0692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682"/>
            <a:ext cx="3236119" cy="1693718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57400"/>
            <a:ext cx="323611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2">
            <a:extLst>
              <a:ext uri="{FF2B5EF4-FFF2-40B4-BE49-F238E27FC236}">
                <a16:creationId xmlns:a16="http://schemas.microsoft.com/office/drawing/2014/main" id="{7F2AA56C-A22A-6A61-B9FF-BA0D3E197958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9016A-3F9F-942F-49FE-5A32E36A2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3588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38D3C8-673D-6D18-7BA1-CED643F10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038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9955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422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2109" b="0"/>
              <a:t>マスター タイトルの書式設定</a:t>
            </a:r>
            <a:endParaRPr sz="2109" b="0" dirty="0"/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ja-JP" altLang="en-US" sz="1898"/>
              <a:t>マスター テキストの書式設定</a:t>
            </a:r>
          </a:p>
          <a:p>
            <a:pPr lvl="1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2 </a:t>
            </a:r>
            <a:r>
              <a:rPr lang="ja-JP" altLang="en-US" sz="1898"/>
              <a:t>レベル</a:t>
            </a:r>
          </a:p>
          <a:p>
            <a:pPr lvl="2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3 </a:t>
            </a:r>
            <a:r>
              <a:rPr lang="ja-JP" altLang="en-US" sz="1898"/>
              <a:t>レベル</a:t>
            </a:r>
          </a:p>
          <a:p>
            <a:pPr lvl="3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4 </a:t>
            </a:r>
            <a:r>
              <a:rPr lang="ja-JP" altLang="en-US" sz="1898"/>
              <a:t>レベル</a:t>
            </a:r>
          </a:p>
          <a:p>
            <a:pPr lvl="4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5 </a:t>
            </a:r>
            <a:r>
              <a:rPr lang="ja-JP" altLang="en-US" sz="1898"/>
              <a:t>レベル</a:t>
            </a:r>
            <a:endParaRPr sz="1898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B8B109-6188-A34C-6837-68A82B263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55123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1582" b="0"/>
              <a:t>マスター タイトルの書式設定</a:t>
            </a:r>
            <a:endParaRPr sz="1582" b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8655D5C-0856-1545-A5BF-8E6A137F7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6B8CFED-1335-974E-9EEA-4EF556F20E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32" y="682410"/>
            <a:ext cx="8910962" cy="614636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24770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ユーザー設定レイアウ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辺形 7">
            <a:extLst>
              <a:ext uri="{FF2B5EF4-FFF2-40B4-BE49-F238E27FC236}">
                <a16:creationId xmlns:a16="http://schemas.microsoft.com/office/drawing/2014/main" id="{D7C6BBBA-58F0-AA91-E0FF-77375EB4F6F3}"/>
              </a:ext>
            </a:extLst>
          </p:cNvPr>
          <p:cNvSpPr/>
          <p:nvPr/>
        </p:nvSpPr>
        <p:spPr>
          <a:xfrm>
            <a:off x="188260" y="736900"/>
            <a:ext cx="7955952" cy="91441"/>
          </a:xfrm>
          <a:prstGeom prst="parallelogram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60BB1EAA-51DF-819F-1C51-D44F2A9FC8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7177" y="952500"/>
            <a:ext cx="8594725" cy="5168900"/>
          </a:xfrm>
        </p:spPr>
        <p:txBody>
          <a:bodyPr/>
          <a:lstStyle>
            <a:lvl1pPr marL="128588" indent="-128588">
              <a:buClr>
                <a:schemeClr val="accent1"/>
              </a:buClr>
              <a:buFont typeface="Wingdings" panose="05000000000000000000" pitchFamily="2" charset="2"/>
              <a:buChar char="Ø"/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385763" indent="-128588">
              <a:buFont typeface="Wingdings" panose="05000000000000000000" pitchFamily="2" charset="2"/>
              <a:buChar char="n"/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9E63E15F-51C5-F8CA-158C-F23F370F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9" y="138528"/>
            <a:ext cx="8698563" cy="813972"/>
          </a:xfrm>
        </p:spPr>
        <p:txBody>
          <a:bodyPr/>
          <a:lstStyle>
            <a:lvl1pPr>
              <a:defRPr sz="32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9B5E14-2566-01C3-26D2-AB85FB3B5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4642723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C4DD1-D621-6BA7-B31B-62F71815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60" y="83225"/>
            <a:ext cx="8767480" cy="745116"/>
          </a:xfrm>
        </p:spPr>
        <p:txBody>
          <a:bodyPr/>
          <a:lstStyle>
            <a:lvl1pPr>
              <a:defRPr sz="32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9E236B-2A0C-39FC-4FC0-AA8A16F1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1CE0EF85-9D3C-8B54-2ED2-FB63A9C32DCB}"/>
              </a:ext>
            </a:extLst>
          </p:cNvPr>
          <p:cNvSpPr/>
          <p:nvPr/>
        </p:nvSpPr>
        <p:spPr>
          <a:xfrm>
            <a:off x="188260" y="736900"/>
            <a:ext cx="7955952" cy="91441"/>
          </a:xfrm>
          <a:prstGeom prst="parallelogram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</p:spTree>
    <p:extLst>
      <p:ext uri="{BB962C8B-B14F-4D97-AF65-F5344CB8AC3E}">
        <p14:creationId xmlns:p14="http://schemas.microsoft.com/office/powerpoint/2010/main" val="35926897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15">
            <a:extLst>
              <a:ext uri="{FF2B5EF4-FFF2-40B4-BE49-F238E27FC236}">
                <a16:creationId xmlns:a16="http://schemas.microsoft.com/office/drawing/2014/main" id="{48CB5919-E356-EE1C-95C6-452C215A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F86C85-1468-4790-3E3E-70541EBE8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5088660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ctr"/>
          <a:lstStyle>
            <a:lvl1pPr algn="ctr">
              <a:defRPr sz="36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6"/>
            <a:ext cx="78867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5CBEC8-DEBC-9AAD-4EEA-806852D4D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1743071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536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D5844-1FED-44F4-96DA-CCBD8CA1D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5173456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4">
            <a:extLst>
              <a:ext uri="{FF2B5EF4-FFF2-40B4-BE49-F238E27FC236}">
                <a16:creationId xmlns:a16="http://schemas.microsoft.com/office/drawing/2014/main" id="{3807B893-AD53-4CA3-092C-B4386A867370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34A46F-72ED-F443-0546-A68C359A6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1454062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677924-6C1B-8656-0B30-C8630F8AD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41349848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4">
            <a:extLst>
              <a:ext uri="{FF2B5EF4-FFF2-40B4-BE49-F238E27FC236}">
                <a16:creationId xmlns:a16="http://schemas.microsoft.com/office/drawing/2014/main" id="{FAE37BFE-8831-0EBF-14F5-B193EDABD3F9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" name="スライド番号プレースホルダー 2">
            <a:extLst>
              <a:ext uri="{FF2B5EF4-FFF2-40B4-BE49-F238E27FC236}">
                <a16:creationId xmlns:a16="http://schemas.microsoft.com/office/drawing/2014/main" id="{5AFFC326-78E0-9BBD-4A74-5BBD1F60DDFE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A5F47FF-427F-8FB6-9894-EA3414660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8929750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682"/>
            <a:ext cx="3236119" cy="1693718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57400"/>
            <a:ext cx="323611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2">
            <a:extLst>
              <a:ext uri="{FF2B5EF4-FFF2-40B4-BE49-F238E27FC236}">
                <a16:creationId xmlns:a16="http://schemas.microsoft.com/office/drawing/2014/main" id="{7F2AA56C-A22A-6A61-B9FF-BA0D3E197958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9016A-3F9F-942F-49FE-5A32E36A2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6114208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38D3C8-673D-6D18-7BA1-CED643F10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6921816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5278604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541839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2109" b="0"/>
              <a:t>マスター タイトルの書式設定</a:t>
            </a:r>
            <a:endParaRPr sz="2109" b="0" dirty="0"/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ja-JP" altLang="en-US" sz="1898"/>
              <a:t>マスター テキストの書式設定</a:t>
            </a:r>
          </a:p>
          <a:p>
            <a:pPr lvl="1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2 </a:t>
            </a:r>
            <a:r>
              <a:rPr lang="ja-JP" altLang="en-US" sz="1898"/>
              <a:t>レベル</a:t>
            </a:r>
          </a:p>
          <a:p>
            <a:pPr lvl="2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3 </a:t>
            </a:r>
            <a:r>
              <a:rPr lang="ja-JP" altLang="en-US" sz="1898"/>
              <a:t>レベル</a:t>
            </a:r>
          </a:p>
          <a:p>
            <a:pPr lvl="3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4 </a:t>
            </a:r>
            <a:r>
              <a:rPr lang="ja-JP" altLang="en-US" sz="1898"/>
              <a:t>レベル</a:t>
            </a:r>
          </a:p>
          <a:p>
            <a:pPr lvl="4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5 </a:t>
            </a:r>
            <a:r>
              <a:rPr lang="ja-JP" altLang="en-US" sz="1898"/>
              <a:t>レベル</a:t>
            </a:r>
            <a:endParaRPr sz="1898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B8B109-6188-A34C-6837-68A82B263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229787851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1582" b="0"/>
              <a:t>マスター タイトルの書式設定</a:t>
            </a:r>
            <a:endParaRPr sz="1582" b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8655D5C-0856-1545-A5BF-8E6A137F7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6B8CFED-1335-974E-9EEA-4EF556F20E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32" y="682410"/>
            <a:ext cx="8910962" cy="614636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672555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334A3-1F7D-F133-55EA-0BC6AFD86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F8F6C5-ADCE-C958-21AC-1F7BF1E57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D23F1-058D-79B8-0A49-55E0D28D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3C10A-0D63-0B40-A53C-8C26BDB8C513}" type="datetimeFigureOut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2026/7/13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7EE94-DBE0-BFF3-1F46-3C635524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4C2C9F-DEA2-793E-EBC6-06C2FFFD2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11149401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ユーザー設定レイアウ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辺形 7">
            <a:extLst>
              <a:ext uri="{FF2B5EF4-FFF2-40B4-BE49-F238E27FC236}">
                <a16:creationId xmlns:a16="http://schemas.microsoft.com/office/drawing/2014/main" id="{D7C6BBBA-58F0-AA91-E0FF-77375EB4F6F3}"/>
              </a:ext>
            </a:extLst>
          </p:cNvPr>
          <p:cNvSpPr/>
          <p:nvPr/>
        </p:nvSpPr>
        <p:spPr>
          <a:xfrm>
            <a:off x="188260" y="736900"/>
            <a:ext cx="7955952" cy="91441"/>
          </a:xfrm>
          <a:prstGeom prst="parallelogram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60BB1EAA-51DF-819F-1C51-D44F2A9FC8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7177" y="952500"/>
            <a:ext cx="8594725" cy="5168900"/>
          </a:xfrm>
        </p:spPr>
        <p:txBody>
          <a:bodyPr/>
          <a:lstStyle>
            <a:lvl1pPr marL="128588" indent="-128588">
              <a:buClr>
                <a:schemeClr val="accent1"/>
              </a:buClr>
              <a:buFont typeface="Wingdings" panose="05000000000000000000" pitchFamily="2" charset="2"/>
              <a:buChar char="Ø"/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385763" indent="-128588">
              <a:buFont typeface="Wingdings" panose="05000000000000000000" pitchFamily="2" charset="2"/>
              <a:buChar char="n"/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 sz="24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9E63E15F-51C5-F8CA-158C-F23F370F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9" y="138528"/>
            <a:ext cx="8698563" cy="813972"/>
          </a:xfrm>
        </p:spPr>
        <p:txBody>
          <a:bodyPr/>
          <a:lstStyle>
            <a:lvl1pPr>
              <a:defRPr sz="32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9B5E14-2566-01C3-26D2-AB85FB3B5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8470455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C4DD1-D621-6BA7-B31B-62F71815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60" y="83225"/>
            <a:ext cx="8767480" cy="745116"/>
          </a:xfrm>
        </p:spPr>
        <p:txBody>
          <a:bodyPr/>
          <a:lstStyle>
            <a:lvl1pPr>
              <a:defRPr sz="32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9E236B-2A0C-39FC-4FC0-AA8A16F1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1CE0EF85-9D3C-8B54-2ED2-FB63A9C32DCB}"/>
              </a:ext>
            </a:extLst>
          </p:cNvPr>
          <p:cNvSpPr/>
          <p:nvPr/>
        </p:nvSpPr>
        <p:spPr>
          <a:xfrm>
            <a:off x="188260" y="736900"/>
            <a:ext cx="7955952" cy="91441"/>
          </a:xfrm>
          <a:prstGeom prst="parallelogram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</p:spTree>
    <p:extLst>
      <p:ext uri="{BB962C8B-B14F-4D97-AF65-F5344CB8AC3E}">
        <p14:creationId xmlns:p14="http://schemas.microsoft.com/office/powerpoint/2010/main" val="21289975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15">
            <a:extLst>
              <a:ext uri="{FF2B5EF4-FFF2-40B4-BE49-F238E27FC236}">
                <a16:creationId xmlns:a16="http://schemas.microsoft.com/office/drawing/2014/main" id="{48CB5919-E356-EE1C-95C6-452C215A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F86C85-1468-4790-3E3E-70541EBE8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8579715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ctr"/>
          <a:lstStyle>
            <a:lvl1pPr algn="ctr">
              <a:defRPr sz="360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6"/>
            <a:ext cx="78867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5CBEC8-DEBC-9AAD-4EEA-806852D4D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9230772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536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39293" cy="435133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D5844-1FED-44F4-96DA-CCBD8CA1D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26867857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 marL="257175" indent="0">
              <a:buNone/>
              <a:defRPr sz="1125" b="0"/>
            </a:lvl2pPr>
            <a:lvl3pPr marL="514350" indent="0">
              <a:buNone/>
              <a:defRPr sz="1013" b="0"/>
            </a:lvl3pPr>
            <a:lvl4pPr marL="771525" indent="0">
              <a:buNone/>
              <a:defRPr sz="900" b="0"/>
            </a:lvl4pPr>
            <a:lvl5pPr marL="1028700" indent="0">
              <a:buNone/>
              <a:defRPr sz="900" b="0"/>
            </a:lvl5pPr>
            <a:lvl6pPr marL="1285875" indent="0">
              <a:buNone/>
              <a:defRPr sz="900" b="0"/>
            </a:lvl6pPr>
            <a:lvl7pPr marL="1543050" indent="0">
              <a:buNone/>
              <a:defRPr sz="900" b="0"/>
            </a:lvl7pPr>
            <a:lvl8pPr marL="1800225" indent="0">
              <a:buNone/>
              <a:defRPr sz="900" b="0"/>
            </a:lvl8pPr>
            <a:lvl9pPr marL="2057400" indent="0">
              <a:buNone/>
              <a:defRPr sz="900" b="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  <a:lvl2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2pPr>
            <a:lvl3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3pPr>
            <a:lvl4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4pPr>
            <a:lvl5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タイトル 4">
            <a:extLst>
              <a:ext uri="{FF2B5EF4-FFF2-40B4-BE49-F238E27FC236}">
                <a16:creationId xmlns:a16="http://schemas.microsoft.com/office/drawing/2014/main" id="{3807B893-AD53-4CA3-092C-B4386A867370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34A46F-72ED-F443-0546-A68C359A6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1874922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677924-6C1B-8656-0B30-C8630F8AD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8009827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4">
            <a:extLst>
              <a:ext uri="{FF2B5EF4-FFF2-40B4-BE49-F238E27FC236}">
                <a16:creationId xmlns:a16="http://schemas.microsoft.com/office/drawing/2014/main" id="{FAE37BFE-8831-0EBF-14F5-B193EDABD3F9}"/>
              </a:ext>
            </a:extLst>
          </p:cNvPr>
          <p:cNvSpPr txBox="1">
            <a:spLocks/>
          </p:cNvSpPr>
          <p:nvPr/>
        </p:nvSpPr>
        <p:spPr>
          <a:xfrm>
            <a:off x="3116893" y="5876043"/>
            <a:ext cx="3994200" cy="1080000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800">
              <a:solidFill>
                <a:schemeClr val="bg1"/>
              </a:solidFill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" name="スライド番号プレースホルダー 2">
            <a:extLst>
              <a:ext uri="{FF2B5EF4-FFF2-40B4-BE49-F238E27FC236}">
                <a16:creationId xmlns:a16="http://schemas.microsoft.com/office/drawing/2014/main" id="{5AFFC326-78E0-9BBD-4A74-5BBD1F60DDFE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A5F47FF-427F-8FB6-9894-EA3414660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1169689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682"/>
            <a:ext cx="3236119" cy="1693718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57400"/>
            <a:ext cx="323611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2">
            <a:extLst>
              <a:ext uri="{FF2B5EF4-FFF2-40B4-BE49-F238E27FC236}">
                <a16:creationId xmlns:a16="http://schemas.microsoft.com/office/drawing/2014/main" id="{7F2AA56C-A22A-6A61-B9FF-BA0D3E197958}"/>
              </a:ext>
            </a:extLst>
          </p:cNvPr>
          <p:cNvSpPr txBox="1">
            <a:spLocks/>
          </p:cNvSpPr>
          <p:nvPr/>
        </p:nvSpPr>
        <p:spPr>
          <a:xfrm>
            <a:off x="7762462" y="6334542"/>
            <a:ext cx="1190210" cy="384933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r" defTabSz="457200" rtl="0" eaLnBrk="1" latinLnBrk="0" hangingPunct="1">
              <a:defRPr lang="ja-JP" altLang="en-US" sz="2000" kern="120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210D7E-5829-414B-BB0B-F4456CF1E5FA}" type="slidenum">
              <a:rPr lang="en-US" altLang="ja-JP" sz="1125" smtClean="0"/>
              <a:pPr/>
              <a:t>‹#›</a:t>
            </a:fld>
            <a:endParaRPr lang="en-US" sz="112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9016A-3F9F-942F-49FE-5A32E36A2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10864771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38D3C8-673D-6D18-7BA1-CED643F10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88943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1318144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4672209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2109" b="0"/>
              <a:t>マスター タイトルの書式設定</a:t>
            </a:r>
            <a:endParaRPr sz="2109" b="0" dirty="0"/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ja-JP" altLang="en-US" sz="1898"/>
              <a:t>マスター テキストの書式設定</a:t>
            </a:r>
          </a:p>
          <a:p>
            <a:pPr lvl="1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2 </a:t>
            </a:r>
            <a:r>
              <a:rPr lang="ja-JP" altLang="en-US" sz="1898"/>
              <a:t>レベル</a:t>
            </a:r>
          </a:p>
          <a:p>
            <a:pPr lvl="2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3 </a:t>
            </a:r>
            <a:r>
              <a:rPr lang="ja-JP" altLang="en-US" sz="1898"/>
              <a:t>レベル</a:t>
            </a:r>
          </a:p>
          <a:p>
            <a:pPr lvl="3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4 </a:t>
            </a:r>
            <a:r>
              <a:rPr lang="ja-JP" altLang="en-US" sz="1898"/>
              <a:t>レベル</a:t>
            </a:r>
          </a:p>
          <a:p>
            <a:pPr lvl="4">
              <a:defRPr sz="1800"/>
            </a:pPr>
            <a:r>
              <a:rPr lang="ja-JP" altLang="en-US" sz="1898"/>
              <a:t>第 </a:t>
            </a:r>
            <a:r>
              <a:rPr lang="en-US" altLang="ja-JP" sz="1898"/>
              <a:t>5 </a:t>
            </a:r>
            <a:r>
              <a:rPr lang="ja-JP" altLang="en-US" sz="1898"/>
              <a:t>レベル</a:t>
            </a:r>
            <a:endParaRPr sz="1898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B8B109-6188-A34C-6837-68A82B263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939002034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タイトル&amp;箇条書き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ja-JP" altLang="en-US" sz="1582" b="0"/>
              <a:t>マスター タイトルの書式設定</a:t>
            </a:r>
            <a:endParaRPr sz="1582" b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8655D5C-0856-1545-A5BF-8E6A137F7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6B8CFED-1335-974E-9EEA-4EF556F20E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32" y="682410"/>
            <a:ext cx="8910962" cy="614636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696704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334A3-1F7D-F133-55EA-0BC6AFD86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F8F6C5-ADCE-C958-21AC-1F7BF1E57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D23F1-058D-79B8-0A49-55E0D28D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3C10A-0D63-0B40-A53C-8C26BDB8C513}" type="datetimeFigureOut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2026/7/13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7EE94-DBE0-BFF3-1F46-3C635524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4C2C9F-DEA2-793E-EBC6-06C2FFFD2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b="0" smtClean="0">
                <a:solidFill>
                  <a:srgbClr val="000000"/>
                </a:solidFill>
                <a:latin typeface="UD Digi Kyokasho NK-R"/>
                <a:ea typeface="UD Digi Kyokasho NK-R"/>
              </a:rPr>
              <a:t>‹#›</a:t>
            </a:fld>
            <a:endParaRPr kumimoji="1" lang="ja-JP" altLang="en-US" b="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  <p:extLst>
      <p:ext uri="{BB962C8B-B14F-4D97-AF65-F5344CB8AC3E}">
        <p14:creationId xmlns:p14="http://schemas.microsoft.com/office/powerpoint/2010/main" val="314405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44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9C356FA8-19DC-5A91-650E-FB36B2AEBD30}"/>
              </a:ext>
            </a:extLst>
          </p:cNvPr>
          <p:cNvSpPr/>
          <p:nvPr/>
        </p:nvSpPr>
        <p:spPr>
          <a:xfrm>
            <a:off x="0" y="6425508"/>
            <a:ext cx="9144000" cy="455037"/>
          </a:xfrm>
          <a:prstGeom prst="flowChartProcess">
            <a:avLst/>
          </a:prstGeom>
          <a:pattFill prst="pct5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 w="28575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144000"/>
                      <a:gd name="csY0" fmla="*/ 0 h 499862"/>
                      <a:gd name="csX1" fmla="*/ 9144000 w 9144000"/>
                      <a:gd name="csY1" fmla="*/ 0 h 499862"/>
                      <a:gd name="csX2" fmla="*/ 9144000 w 9144000"/>
                      <a:gd name="csY2" fmla="*/ 499861 h 499862"/>
                      <a:gd name="csX3" fmla="*/ 0 w 9144000"/>
                      <a:gd name="csY3" fmla="*/ 499861 h 499862"/>
                      <a:gd name="csX4" fmla="*/ 0 w 9144000"/>
                      <a:gd name="csY4" fmla="*/ 0 h 49986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9144000" h="499862" extrusionOk="0">
                        <a:moveTo>
                          <a:pt x="0" y="0"/>
                        </a:moveTo>
                        <a:cubicBezTo>
                          <a:pt x="2613657" y="118645"/>
                          <a:pt x="5770383" y="116012"/>
                          <a:pt x="9144000" y="0"/>
                        </a:cubicBezTo>
                        <a:cubicBezTo>
                          <a:pt x="9118057" y="51748"/>
                          <a:pt x="9135843" y="387510"/>
                          <a:pt x="9144000" y="499861"/>
                        </a:cubicBezTo>
                        <a:cubicBezTo>
                          <a:pt x="5690229" y="634461"/>
                          <a:pt x="3865307" y="342665"/>
                          <a:pt x="0" y="499861"/>
                        </a:cubicBezTo>
                        <a:cubicBezTo>
                          <a:pt x="27778" y="374846"/>
                          <a:pt x="26535" y="1797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>
              <a:blipFill>
                <a:blip r:embed="rId29"/>
                <a:tile tx="0" ty="0" sx="100000" sy="100000" flip="none" algn="tl"/>
              </a:blip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タイトル 4">
            <a:extLst>
              <a:ext uri="{FF2B5EF4-FFF2-40B4-BE49-F238E27FC236}">
                <a16:creationId xmlns:a16="http://schemas.microsoft.com/office/drawing/2014/main" id="{91667F83-6B15-7923-C132-051E781878EE}"/>
              </a:ext>
            </a:extLst>
          </p:cNvPr>
          <p:cNvSpPr txBox="1">
            <a:spLocks/>
          </p:cNvSpPr>
          <p:nvPr/>
        </p:nvSpPr>
        <p:spPr>
          <a:xfrm>
            <a:off x="1693718" y="6425508"/>
            <a:ext cx="5756564" cy="455037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ja-JP" altLang="ja-JP" sz="2400" kern="120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Materials</a:t>
            </a:r>
            <a:r>
              <a:rPr kumimoji="1" lang="en-US" altLang="ja-JP" sz="2400" kern="1200" dirty="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 </a:t>
            </a:r>
            <a:r>
              <a:rPr kumimoji="1" lang="ja-JP" altLang="ja-JP" sz="2400" kern="120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Informatics</a:t>
            </a:r>
            <a:r>
              <a:rPr kumimoji="1" lang="en-US" altLang="ja-JP" sz="2400" kern="1200" dirty="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 Laboratory</a:t>
            </a:r>
            <a:endParaRPr lang="ja-JP" altLang="en-US" sz="2400">
              <a:solidFill>
                <a:schemeClr val="accent4">
                  <a:lumMod val="7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91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36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9C356FA8-19DC-5A91-650E-FB36B2AEBD30}"/>
              </a:ext>
            </a:extLst>
          </p:cNvPr>
          <p:cNvSpPr/>
          <p:nvPr/>
        </p:nvSpPr>
        <p:spPr>
          <a:xfrm>
            <a:off x="0" y="6425508"/>
            <a:ext cx="9144000" cy="455037"/>
          </a:xfrm>
          <a:prstGeom prst="flowChartProcess">
            <a:avLst/>
          </a:prstGeom>
          <a:pattFill prst="pct5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 w="28575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144000"/>
                      <a:gd name="csY0" fmla="*/ 0 h 499862"/>
                      <a:gd name="csX1" fmla="*/ 9144000 w 9144000"/>
                      <a:gd name="csY1" fmla="*/ 0 h 499862"/>
                      <a:gd name="csX2" fmla="*/ 9144000 w 9144000"/>
                      <a:gd name="csY2" fmla="*/ 499861 h 499862"/>
                      <a:gd name="csX3" fmla="*/ 0 w 9144000"/>
                      <a:gd name="csY3" fmla="*/ 499861 h 499862"/>
                      <a:gd name="csX4" fmla="*/ 0 w 9144000"/>
                      <a:gd name="csY4" fmla="*/ 0 h 49986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9144000" h="499862" extrusionOk="0">
                        <a:moveTo>
                          <a:pt x="0" y="0"/>
                        </a:moveTo>
                        <a:cubicBezTo>
                          <a:pt x="2613657" y="118645"/>
                          <a:pt x="5770383" y="116012"/>
                          <a:pt x="9144000" y="0"/>
                        </a:cubicBezTo>
                        <a:cubicBezTo>
                          <a:pt x="9118057" y="51748"/>
                          <a:pt x="9135843" y="387510"/>
                          <a:pt x="9144000" y="499861"/>
                        </a:cubicBezTo>
                        <a:cubicBezTo>
                          <a:pt x="5690229" y="634461"/>
                          <a:pt x="3865307" y="342665"/>
                          <a:pt x="0" y="499861"/>
                        </a:cubicBezTo>
                        <a:cubicBezTo>
                          <a:pt x="27778" y="374846"/>
                          <a:pt x="26535" y="1797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>
              <a:blipFill>
                <a:blip r:embed="rId17"/>
                <a:tile tx="0" ty="0" sx="100000" sy="100000" flip="none" algn="tl"/>
              </a:blip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タイトル 4">
            <a:extLst>
              <a:ext uri="{FF2B5EF4-FFF2-40B4-BE49-F238E27FC236}">
                <a16:creationId xmlns:a16="http://schemas.microsoft.com/office/drawing/2014/main" id="{91667F83-6B15-7923-C132-051E781878EE}"/>
              </a:ext>
            </a:extLst>
          </p:cNvPr>
          <p:cNvSpPr txBox="1">
            <a:spLocks/>
          </p:cNvSpPr>
          <p:nvPr/>
        </p:nvSpPr>
        <p:spPr>
          <a:xfrm>
            <a:off x="1693718" y="6425508"/>
            <a:ext cx="5756564" cy="455037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ja-JP" altLang="ja-JP" sz="2400" kern="120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Materials</a:t>
            </a:r>
            <a:r>
              <a:rPr kumimoji="1" lang="en-US" altLang="ja-JP" sz="2400" kern="1200" dirty="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 </a:t>
            </a:r>
            <a:r>
              <a:rPr kumimoji="1" lang="ja-JP" altLang="ja-JP" sz="2400" kern="120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Informatics</a:t>
            </a:r>
            <a:r>
              <a:rPr kumimoji="1" lang="en-US" altLang="ja-JP" sz="2400" kern="1200" dirty="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 Laboratory</a:t>
            </a:r>
            <a:endParaRPr lang="ja-JP" altLang="en-US" sz="2400">
              <a:solidFill>
                <a:schemeClr val="accent4">
                  <a:lumMod val="7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75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83" r:id="rId15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36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9C356FA8-19DC-5A91-650E-FB36B2AEBD30}"/>
              </a:ext>
            </a:extLst>
          </p:cNvPr>
          <p:cNvSpPr/>
          <p:nvPr/>
        </p:nvSpPr>
        <p:spPr>
          <a:xfrm>
            <a:off x="0" y="6425508"/>
            <a:ext cx="9144000" cy="455037"/>
          </a:xfrm>
          <a:prstGeom prst="flowChartProcess">
            <a:avLst/>
          </a:prstGeom>
          <a:pattFill prst="pct5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 w="28575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144000"/>
                      <a:gd name="csY0" fmla="*/ 0 h 499862"/>
                      <a:gd name="csX1" fmla="*/ 9144000 w 9144000"/>
                      <a:gd name="csY1" fmla="*/ 0 h 499862"/>
                      <a:gd name="csX2" fmla="*/ 9144000 w 9144000"/>
                      <a:gd name="csY2" fmla="*/ 499861 h 499862"/>
                      <a:gd name="csX3" fmla="*/ 0 w 9144000"/>
                      <a:gd name="csY3" fmla="*/ 499861 h 499862"/>
                      <a:gd name="csX4" fmla="*/ 0 w 9144000"/>
                      <a:gd name="csY4" fmla="*/ 0 h 49986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9144000" h="499862" extrusionOk="0">
                        <a:moveTo>
                          <a:pt x="0" y="0"/>
                        </a:moveTo>
                        <a:cubicBezTo>
                          <a:pt x="2613657" y="118645"/>
                          <a:pt x="5770383" y="116012"/>
                          <a:pt x="9144000" y="0"/>
                        </a:cubicBezTo>
                        <a:cubicBezTo>
                          <a:pt x="9118057" y="51748"/>
                          <a:pt x="9135843" y="387510"/>
                          <a:pt x="9144000" y="499861"/>
                        </a:cubicBezTo>
                        <a:cubicBezTo>
                          <a:pt x="5690229" y="634461"/>
                          <a:pt x="3865307" y="342665"/>
                          <a:pt x="0" y="499861"/>
                        </a:cubicBezTo>
                        <a:cubicBezTo>
                          <a:pt x="27778" y="374846"/>
                          <a:pt x="26535" y="1797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>
              <a:blipFill>
                <a:blip r:embed="rId17"/>
                <a:tile tx="0" ty="0" sx="100000" sy="100000" flip="none" algn="tl"/>
              </a:blip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425508"/>
            <a:ext cx="628650" cy="45503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1"/>
          <a:lstStyle>
            <a:lvl1pPr algn="r">
              <a:defRPr sz="12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defRPr>
            </a:lvl1pPr>
          </a:lstStyle>
          <a:p>
            <a:fld id="{03ACCB76-5E02-804F-B066-E65755C78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タイトル 4">
            <a:extLst>
              <a:ext uri="{FF2B5EF4-FFF2-40B4-BE49-F238E27FC236}">
                <a16:creationId xmlns:a16="http://schemas.microsoft.com/office/drawing/2014/main" id="{91667F83-6B15-7923-C132-051E781878EE}"/>
              </a:ext>
            </a:extLst>
          </p:cNvPr>
          <p:cNvSpPr txBox="1">
            <a:spLocks/>
          </p:cNvSpPr>
          <p:nvPr/>
        </p:nvSpPr>
        <p:spPr>
          <a:xfrm>
            <a:off x="1693718" y="6425508"/>
            <a:ext cx="5756564" cy="455037"/>
          </a:xfrm>
          <a:prstGeom prst="rect">
            <a:avLst/>
          </a:prstGeom>
          <a:ln>
            <a:noFill/>
          </a:ln>
        </p:spPr>
        <p:txBody>
          <a:bodyPr vert="horz" lIns="51435" tIns="25718" rIns="51435" bIns="2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ja-JP" altLang="ja-JP" sz="2400" kern="120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Materials</a:t>
            </a:r>
            <a:r>
              <a:rPr kumimoji="1" lang="en-US" altLang="ja-JP" sz="2400" kern="1200" dirty="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 </a:t>
            </a:r>
            <a:r>
              <a:rPr kumimoji="1" lang="ja-JP" altLang="ja-JP" sz="2400" kern="120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Informatics</a:t>
            </a:r>
            <a:r>
              <a:rPr kumimoji="1" lang="en-US" altLang="ja-JP" sz="2400" kern="1200" dirty="0">
                <a:solidFill>
                  <a:schemeClr val="accent4">
                    <a:lumMod val="75000"/>
                  </a:schemeClr>
                </a:solidFill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+mj-cs"/>
              </a:rPr>
              <a:t> Laboratory</a:t>
            </a:r>
            <a:endParaRPr lang="ja-JP" altLang="en-US" sz="2400">
              <a:solidFill>
                <a:schemeClr val="accent4">
                  <a:lumMod val="7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02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36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Digi Kyokasho NK-R" panose="02020400000000000000" pitchFamily="18" charset="-128"/>
          <a:ea typeface="UD Digi Kyokasho NK-R" panose="02020400000000000000" pitchFamily="18" charset="-128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8D_7A12493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7D_85DD7D3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7F_AD2745FC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99_34520A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81_6C675A8A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0_8051825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3_639E7D7D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97_9E54737C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ries"/>
          <p:cNvSpPr txBox="1"/>
          <p:nvPr/>
        </p:nvSpPr>
        <p:spPr>
          <a:xfrm>
            <a:off x="640080" y="2103120"/>
            <a:ext cx="7863840" cy="548640"/>
          </a:xfrm>
          <a:prstGeom prst="rect">
            <a:avLst/>
          </a:prstGeom>
        </p:spPr>
        <p:txBody>
          <a:bodyPr wrap="square" lIns="45720" tIns="0" rIns="45720" bIns="0" anchor="ctr">
            <a:normAutofit/>
          </a:bodyPr>
          <a:lstStyle/>
          <a:p>
            <a:pPr algn="ctr"/>
            <a: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第8回 Pythonセミナー</a:t>
            </a:r>
          </a:p>
        </p:txBody>
      </p:sp>
      <p:sp>
        <p:nvSpPr>
          <p:cNvPr id="11" name="theme"/>
          <p:cNvSpPr txBox="1"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</p:spPr>
        <p:txBody>
          <a:bodyPr wrap="square" lIns="45720" tIns="0" rIns="45720" bIns="0" anchor="ctr">
            <a:normAutofit fontScale="92500" lnSpcReduction="10000"/>
          </a:bodyPr>
          <a:lstStyle/>
          <a:p>
            <a:pPr algn="ctr"/>
            <a:r>
              <a:rPr lang="en-US" altLang="ja-JP" sz="4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アンサンブル学習・ブースティングと</a:t>
            </a:r>
            <a:br>
              <a:rPr lang="en-US" altLang="ja-JP" sz="400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lang="en-US" altLang="ja-JP" sz="4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特徴量前処理</a:t>
            </a:r>
            <a:endParaRPr lang="en-US" altLang="ja-JP" sz="4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12" name="subtitle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</p:spPr>
        <p:txBody>
          <a:bodyPr wrap="square" lIns="45720" tIns="0" rIns="45720" bIns="0" anchor="ctr">
            <a:normAutofit fontScale="70000" lnSpcReduction="20000"/>
          </a:bodyPr>
          <a:lstStyle/>
          <a:p>
            <a:pPr algn="ctr"/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バギングとブースティング／One-hot encoding・欠損値処理</a:t>
            </a:r>
          </a:p>
        </p:txBody>
      </p:sp>
      <p:sp>
        <p:nvSpPr>
          <p:cNvPr id="13" name="author"/>
          <p:cNvSpPr txBox="1"/>
          <p:nvPr/>
        </p:nvSpPr>
        <p:spPr>
          <a:xfrm>
            <a:off x="640080" y="5669280"/>
            <a:ext cx="7863840" cy="457200"/>
          </a:xfrm>
          <a:prstGeom prst="rect">
            <a:avLst/>
          </a:prstGeom>
        </p:spPr>
        <p:txBody>
          <a:bodyPr wrap="square" lIns="45720" tIns="0" rIns="45720" bIns="0" anchor="ctr">
            <a:normAutofit/>
          </a:bodyPr>
          <a:lstStyle/>
          <a:p>
            <a:pPr algn="ctr"/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M1 担当：谷周一</a:t>
            </a:r>
          </a:p>
        </p:txBody>
      </p:sp>
    </p:spTree>
    <p:extLst>
      <p:ext uri="{BB962C8B-B14F-4D97-AF65-F5344CB8AC3E}">
        <p14:creationId xmlns:p14="http://schemas.microsoft.com/office/powerpoint/2010/main" val="198578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本日の流れ</a:t>
            </a: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前半はモデルの組み合わせ方、後半はデータの整え方を扱う</a:t>
            </a: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/>
          <p:cNvSpPr txBox="1"/>
          <p:nvPr/>
        </p:nvSpPr>
        <p:spPr>
          <a:xfrm>
            <a:off x="411480" y="1320799"/>
            <a:ext cx="8321040" cy="4193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複数の学習器を組み合わせる考え方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 ── データを復元抽出して並列に学習するアンサンブル</a:t>
            </a:r>
            <a:endParaRPr lang="en-US" altLang="ja-JP" sz="20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誤りを順に補正していくアンサンブル</a:t>
            </a:r>
            <a:endParaRPr lang="en-US" altLang="ja-JP" sz="20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── カテゴリ変数を0/1の列に変換する前処理</a:t>
            </a: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欠損の起こり方と対処法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80187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3C5F-DD77-01FB-77EC-77F7A708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79BCB188-03D0-4ECF-A4A9-C86B51A5FCBC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本日の流れ</a:t>
            </a:r>
          </a:p>
        </p:txBody>
      </p:sp>
      <p:sp>
        <p:nvSpPr>
          <p:cNvPr id="21" name="message">
            <a:extLst>
              <a:ext uri="{FF2B5EF4-FFF2-40B4-BE49-F238E27FC236}">
                <a16:creationId xmlns:a16="http://schemas.microsoft.com/office/drawing/2014/main" id="{A1B73AB0-F1D5-E496-5B52-249547743E40}"/>
              </a:ext>
            </a:extLst>
          </p:cNvPr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前半はモデルの組み合わせ方、後半はデータの整え方を扱う</a:t>
            </a:r>
          </a:p>
        </p:txBody>
      </p:sp>
      <p:sp>
        <p:nvSpPr>
          <p:cNvPr id="22" name="divider">
            <a:extLst>
              <a:ext uri="{FF2B5EF4-FFF2-40B4-BE49-F238E27FC236}">
                <a16:creationId xmlns:a16="http://schemas.microsoft.com/office/drawing/2014/main" id="{B7CAFB55-48AA-7D66-F2CA-0FFE811ED2F7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>
            <a:extLst>
              <a:ext uri="{FF2B5EF4-FFF2-40B4-BE49-F238E27FC236}">
                <a16:creationId xmlns:a16="http://schemas.microsoft.com/office/drawing/2014/main" id="{295D223F-DAF4-2AD5-F5B4-488BADB15C2B}"/>
              </a:ext>
            </a:extLst>
          </p:cNvPr>
          <p:cNvSpPr txBox="1"/>
          <p:nvPr/>
        </p:nvSpPr>
        <p:spPr>
          <a:xfrm>
            <a:off x="411480" y="1320799"/>
            <a:ext cx="8321040" cy="4193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複数の学習器を組み合わせる考え方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ja-JP" altLang="en-US" sz="2000" b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 ── データを復元抽出して並列に学習するアンサンブル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誤りを順に補正していくアンサンブル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── カテゴリ変数を0/1の列に変換する前処理</a:t>
            </a: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欠損の起こり方と対処法</a:t>
            </a:r>
          </a:p>
        </p:txBody>
      </p:sp>
      <p:sp>
        <p:nvSpPr>
          <p:cNvPr id="90" name="pagenum">
            <a:extLst>
              <a:ext uri="{FF2B5EF4-FFF2-40B4-BE49-F238E27FC236}">
                <a16:creationId xmlns:a16="http://schemas.microsoft.com/office/drawing/2014/main" id="{971A7089-374F-2576-F94C-1080F44CC9C5}"/>
              </a:ext>
            </a:extLst>
          </p:cNvPr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3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478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アンサンブル学習とは</a:t>
            </a: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複数のモデルの多数決・平均で、1つのモデルより良い予測をつくる</a:t>
            </a: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ody"/>
          <p:cNvSpPr txBox="1"/>
          <p:nvPr/>
        </p:nvSpPr>
        <p:spPr>
          <a:xfrm>
            <a:off x="0" y="1280098"/>
            <a:ext cx="9279223" cy="24802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286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複数のモデル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学習器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)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の予測を多数決・平均で統合する枠組み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2286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2286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弱学習器:単体では精度が高くないモデル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lang="ja-JP" altLang="en-US" sz="20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→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これがアンサンブルの部品になる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2286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2286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誤り方が異なる弱学習器を束ねると誤りが打ち消し合う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(例:正解率60%の分類器の多数決)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4" name="key"/>
          <p:cNvSpPr txBox="1"/>
          <p:nvPr/>
        </p:nvSpPr>
        <p:spPr>
          <a:xfrm>
            <a:off x="411480" y="5542796"/>
            <a:ext cx="8321040" cy="896446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有効性の2条件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① 各モデルが偶然より良い ② 誤り方が互いに異なる(= 多様性)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4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7680CDC-D237-2CCA-EBDE-5914141F4D89}"/>
              </a:ext>
            </a:extLst>
          </p:cNvPr>
          <p:cNvGrpSpPr/>
          <p:nvPr/>
        </p:nvGrpSpPr>
        <p:grpSpPr>
          <a:xfrm>
            <a:off x="577002" y="3829612"/>
            <a:ext cx="7989995" cy="1682426"/>
            <a:chOff x="505097" y="3300549"/>
            <a:chExt cx="8133806" cy="165462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F06DC403-9741-798F-01BC-40AFD721CBD5}"/>
                </a:ext>
              </a:extLst>
            </p:cNvPr>
            <p:cNvGrpSpPr/>
            <p:nvPr/>
          </p:nvGrpSpPr>
          <p:grpSpPr>
            <a:xfrm>
              <a:off x="936000" y="3529149"/>
              <a:ext cx="7272000" cy="1332001"/>
              <a:chOff x="936000" y="3131999"/>
              <a:chExt cx="7272000" cy="1332001"/>
            </a:xfrm>
          </p:grpSpPr>
          <p:sp>
            <p:nvSpPr>
              <p:cNvPr id="801" name="sample1"/>
              <p:cNvSpPr/>
              <p:nvPr/>
            </p:nvSpPr>
            <p:spPr>
              <a:xfrm>
                <a:off x="936000" y="3131999"/>
                <a:ext cx="2088000" cy="468000"/>
              </a:xfrm>
              <a:prstGeom prst="roundRect">
                <a:avLst>
                  <a:gd name="adj" fmla="val 12000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45720" tIns="27432" rIns="45720" bIns="27432" anchor="ctr"/>
              <a:lstStyle/>
              <a:p>
                <a:pPr algn="ctr">
                  <a:spcBef>
                    <a:spcPts val="0"/>
                  </a:spcBef>
                  <a:buNone/>
                </a:pPr>
                <a:r>
                  <a:rPr lang="ja-JP" altLang="en-US" sz="2000" dirty="0">
                    <a:solidFill>
                      <a:srgbClr val="000000"/>
                    </a:solidFill>
                    <a:latin typeface="UD Digi Kyokasho NK-R"/>
                    <a:ea typeface="UD Digi Kyokasho NK-R"/>
                  </a:rPr>
                  <a:t>弱学習器①</a:t>
                </a:r>
              </a:p>
            </p:txBody>
          </p:sp>
          <p:sp>
            <p:nvSpPr>
              <p:cNvPr id="802" name="sample1"/>
              <p:cNvSpPr/>
              <p:nvPr/>
            </p:nvSpPr>
            <p:spPr>
              <a:xfrm>
                <a:off x="3528000" y="3131999"/>
                <a:ext cx="2088000" cy="468000"/>
              </a:xfrm>
              <a:prstGeom prst="roundRect">
                <a:avLst>
                  <a:gd name="adj" fmla="val 12000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45720" tIns="27432" rIns="45720" bIns="27432" anchor="ctr"/>
              <a:lstStyle/>
              <a:p>
                <a:pPr algn="ctr">
                  <a:spcBef>
                    <a:spcPts val="0"/>
                  </a:spcBef>
                  <a:buNone/>
                </a:pPr>
                <a:r>
                  <a:rPr lang="ja-JP" altLang="en-US" sz="2000" dirty="0">
                    <a:solidFill>
                      <a:srgbClr val="000000"/>
                    </a:solidFill>
                    <a:latin typeface="UD Digi Kyokasho NK-R"/>
                    <a:ea typeface="UD Digi Kyokasho NK-R"/>
                  </a:rPr>
                  <a:t>弱学習器②</a:t>
                </a:r>
              </a:p>
            </p:txBody>
          </p:sp>
          <p:sp>
            <p:nvSpPr>
              <p:cNvPr id="803" name="sample1"/>
              <p:cNvSpPr/>
              <p:nvPr/>
            </p:nvSpPr>
            <p:spPr>
              <a:xfrm>
                <a:off x="6120000" y="3131999"/>
                <a:ext cx="2088000" cy="468000"/>
              </a:xfrm>
              <a:prstGeom prst="roundRect">
                <a:avLst>
                  <a:gd name="adj" fmla="val 12000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45720" tIns="27432" rIns="45720" bIns="27432" anchor="ctr"/>
              <a:lstStyle/>
              <a:p>
                <a:pPr algn="ctr">
                  <a:spcBef>
                    <a:spcPts val="0"/>
                  </a:spcBef>
                  <a:buNone/>
                </a:pPr>
                <a:r>
                  <a:rPr lang="ja-JP" altLang="en-US" sz="2000" dirty="0">
                    <a:solidFill>
                      <a:srgbClr val="000000"/>
                    </a:solidFill>
                    <a:latin typeface="UD Digi Kyokasho NK-R"/>
                    <a:ea typeface="UD Digi Kyokasho NK-R"/>
                  </a:rPr>
                  <a:t>弱学習器③</a:t>
                </a:r>
              </a:p>
            </p:txBody>
          </p:sp>
          <p:cxnSp>
            <p:nvCxnSpPr>
              <p:cNvPr id="804" name="arrow23"/>
              <p:cNvCxnSpPr/>
              <p:nvPr/>
            </p:nvCxnSpPr>
            <p:spPr>
              <a:xfrm>
                <a:off x="1980000" y="3600000"/>
                <a:ext cx="0" cy="324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05" name="arrow23"/>
              <p:cNvCxnSpPr/>
              <p:nvPr/>
            </p:nvCxnSpPr>
            <p:spPr>
              <a:xfrm>
                <a:off x="4572000" y="3600000"/>
                <a:ext cx="0" cy="324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06" name="arrow23"/>
              <p:cNvCxnSpPr/>
              <p:nvPr/>
            </p:nvCxnSpPr>
            <p:spPr>
              <a:xfrm>
                <a:off x="7163999" y="3600000"/>
                <a:ext cx="0" cy="324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07" name="aggregate"/>
              <p:cNvSpPr/>
              <p:nvPr/>
            </p:nvSpPr>
            <p:spPr>
              <a:xfrm>
                <a:off x="936000" y="3924000"/>
                <a:ext cx="7272000" cy="540000"/>
              </a:xfrm>
              <a:prstGeom prst="roundRect">
                <a:avLst>
                  <a:gd name="adj" fmla="val 12000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45720" tIns="27432" rIns="45720" bIns="27432" anchor="ctr"/>
              <a:lstStyle/>
              <a:p>
                <a:pPr algn="ctr">
                  <a:spcBef>
                    <a:spcPts val="0"/>
                  </a:spcBef>
                  <a:buNone/>
                </a:pPr>
                <a:r>
                  <a:rPr lang="ja-JP" altLang="en-US" sz="2000" dirty="0">
                    <a:solidFill>
                      <a:schemeClr val="tx1"/>
                    </a:solidFill>
                    <a:latin typeface="UD Digi Kyokasho NK-R"/>
                    <a:ea typeface="UD Digi Kyokasho NK-R"/>
                  </a:rPr>
                  <a:t>多数決(分類)・平均(回帰)で統合 → 精度の高い予測</a:t>
                </a:r>
              </a:p>
            </p:txBody>
          </p:sp>
        </p:grp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A3CAB8D9-E7AA-A5B0-049F-68D56B4072DA}"/>
                </a:ext>
              </a:extLst>
            </p:cNvPr>
            <p:cNvSpPr/>
            <p:nvPr/>
          </p:nvSpPr>
          <p:spPr>
            <a:xfrm>
              <a:off x="505097" y="3300549"/>
              <a:ext cx="8133806" cy="165462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8852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cl"/>
          <p:cNvSpPr/>
          <p:nvPr/>
        </p:nvSpPr>
        <p:spPr>
          <a:xfrm>
            <a:off x="253945" y="5400040"/>
            <a:ext cx="8636107" cy="653473"/>
          </a:xfrm>
          <a:prstGeom prst="rect">
            <a:avLst/>
          </a:prstGeom>
          <a:solidFill>
            <a:srgbClr val="F2F7F7"/>
          </a:solidFill>
          <a:ln w="12700" cap="flat" cmpd="sng" algn="ctr">
            <a:solidFill>
              <a:srgbClr val="DDE6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ja-JP" altLang="en-US" sz="20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アンサンブル学習にはブースティングとバギングがある</a:t>
            </a:r>
            <a:endParaRPr lang="ja-JP" altLang="en-US" sz="20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25A058D-2D84-B677-2268-2C6D6C260C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8033910"/>
              </p:ext>
            </p:extLst>
          </p:nvPr>
        </p:nvGraphicFramePr>
        <p:xfrm>
          <a:off x="373529" y="558800"/>
          <a:ext cx="8396941" cy="462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左右矢印 5">
            <a:extLst>
              <a:ext uri="{FF2B5EF4-FFF2-40B4-BE49-F238E27FC236}">
                <a16:creationId xmlns:a16="http://schemas.microsoft.com/office/drawing/2014/main" id="{7F1293E2-3CA8-5952-81A9-F07C12B13CA3}"/>
              </a:ext>
            </a:extLst>
          </p:cNvPr>
          <p:cNvSpPr/>
          <p:nvPr/>
        </p:nvSpPr>
        <p:spPr>
          <a:xfrm>
            <a:off x="3999346" y="3639128"/>
            <a:ext cx="812800" cy="45211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4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5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417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アンサンブル学習の</a:t>
            </a:r>
            <a:r>
              <a:rPr lang="en-US" altLang="ja-JP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3</a:t>
            </a: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つの統合方法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58852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統合方法とは、複数モデルをどう学習させ、どう最終予測にまとめるかの設計のこと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ody"/>
          <p:cNvSpPr txBox="1"/>
          <p:nvPr/>
        </p:nvSpPr>
        <p:spPr>
          <a:xfrm>
            <a:off x="411480" y="1340000"/>
            <a:ext cx="8412480" cy="3721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4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バギング（並列）</a:t>
            </a:r>
            <a: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b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lang="ja-JP" altLang="en-US" sz="24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データを変えながら同種モデルを独立に学習 → 平均・多数決</a:t>
            </a:r>
            <a:b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ja-JP" altLang="en-US" sz="2400" b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4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ブースティング（逐次</a:t>
            </a:r>
            <a: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[</a:t>
            </a:r>
            <a:r>
              <a:rPr lang="ja-JP" altLang="en-US" sz="24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直列</a:t>
            </a:r>
            <a: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]</a:t>
            </a:r>
            <a:r>
              <a:rPr lang="ja-JP" altLang="en-US" sz="24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b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lang="ja-JP" altLang="en-US" sz="24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前のモデルの誤りを重視して次を学習 → 重み付き投票・加算</a:t>
            </a:r>
            <a:br>
              <a:rPr lang="en-US" altLang="ja-JP" sz="24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ja-JP" altLang="en-US" sz="2400" b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400" b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スタッキング（積み上げ）</a:t>
            </a:r>
            <a:r>
              <a:rPr lang="en-US" altLang="ja-JP" sz="24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br>
              <a:rPr lang="en-US" altLang="ja-JP" sz="24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lang="ja-JP" altLang="en-US" sz="2400" b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異なるモデルの予測を入力にして、統合用モデルを学習</a:t>
            </a:r>
            <a:endParaRPr lang="en-US" altLang="ja-JP" sz="2400" b="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6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6EC8BB-E8D2-A146-A326-4D3445B08753}"/>
              </a:ext>
            </a:extLst>
          </p:cNvPr>
          <p:cNvSpPr/>
          <p:nvPr/>
        </p:nvSpPr>
        <p:spPr>
          <a:xfrm>
            <a:off x="406400" y="5270500"/>
            <a:ext cx="8318500" cy="990600"/>
          </a:xfrm>
          <a:prstGeom prst="rect">
            <a:avLst/>
          </a:prstGeom>
          <a:solidFill>
            <a:srgbClr val="F2F7F7"/>
          </a:solidFill>
          <a:ln w="12700" cap="flat" cmpd="sng" algn="ctr">
            <a:solidFill>
              <a:srgbClr val="DDE6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違いはモデルを作る順序と予測のまとめ方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392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E1CFC-A845-D02E-06F8-C7FEBBB0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BB0D256E-5D96-91DC-4798-5498C725F365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本日の流れ</a:t>
            </a:r>
          </a:p>
        </p:txBody>
      </p:sp>
      <p:sp>
        <p:nvSpPr>
          <p:cNvPr id="21" name="message">
            <a:extLst>
              <a:ext uri="{FF2B5EF4-FFF2-40B4-BE49-F238E27FC236}">
                <a16:creationId xmlns:a16="http://schemas.microsoft.com/office/drawing/2014/main" id="{E6D44916-AAD6-F2B9-F9B1-D5DC9009BF0F}"/>
              </a:ext>
            </a:extLst>
          </p:cNvPr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前半はモデルの組み合わせ方、後半はデータの整え方を扱う</a:t>
            </a:r>
          </a:p>
        </p:txBody>
      </p:sp>
      <p:sp>
        <p:nvSpPr>
          <p:cNvPr id="22" name="divider">
            <a:extLst>
              <a:ext uri="{FF2B5EF4-FFF2-40B4-BE49-F238E27FC236}">
                <a16:creationId xmlns:a16="http://schemas.microsoft.com/office/drawing/2014/main" id="{366616D3-90B3-895D-66D1-8398EB2C01A7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>
            <a:extLst>
              <a:ext uri="{FF2B5EF4-FFF2-40B4-BE49-F238E27FC236}">
                <a16:creationId xmlns:a16="http://schemas.microsoft.com/office/drawing/2014/main" id="{53861C42-C007-D1BC-635F-B091C92618C0}"/>
              </a:ext>
            </a:extLst>
          </p:cNvPr>
          <p:cNvSpPr txBox="1"/>
          <p:nvPr/>
        </p:nvSpPr>
        <p:spPr>
          <a:xfrm>
            <a:off x="411480" y="1320799"/>
            <a:ext cx="8321040" cy="4193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複数の学習器を組み合わせる考え方</a:t>
            </a:r>
            <a:endParaRPr lang="en-US" altLang="ja-JP" sz="2000" b="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 ── データを復元抽出して並列に学習するアンサンブル</a:t>
            </a:r>
            <a:endParaRPr lang="en-US" altLang="ja-JP" sz="20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誤りを順に補正していくアンサンブル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── カテゴリ変数を0/1の列に変換する前処理</a:t>
            </a: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欠損の起こり方と対処法</a:t>
            </a:r>
          </a:p>
        </p:txBody>
      </p:sp>
      <p:sp>
        <p:nvSpPr>
          <p:cNvPr id="90" name="pagenum">
            <a:extLst>
              <a:ext uri="{FF2B5EF4-FFF2-40B4-BE49-F238E27FC236}">
                <a16:creationId xmlns:a16="http://schemas.microsoft.com/office/drawing/2014/main" id="{C3731E75-5B93-3B39-8700-B4B4CFF0573C}"/>
              </a:ext>
            </a:extLst>
          </p:cNvPr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7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075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">
            <a:extLst>
              <a:ext uri="{FF2B5EF4-FFF2-40B4-BE49-F238E27FC236}">
                <a16:creationId xmlns:a16="http://schemas.microsoft.com/office/drawing/2014/main" id="{508D035B-86DB-60BC-09B4-0CB4335B35E3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3B7B27-DD6F-0753-3B86-22F1DEDC1C97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バギングの構造</a:t>
            </a:r>
            <a:endParaRPr lang="en-US" altLang="ja-JP" sz="32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10" name="message"/>
          <p:cNvSpPr/>
          <p:nvPr/>
        </p:nvSpPr>
        <p:spPr>
          <a:xfrm>
            <a:off x="406400" y="723900"/>
            <a:ext cx="8318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並列に学習した複数モデルの予測を、多数決・平均で統合する</a:t>
            </a:r>
          </a:p>
        </p:txBody>
      </p:sp>
      <p:sp>
        <p:nvSpPr>
          <p:cNvPr id="11" name="data-all"/>
          <p:cNvSpPr/>
          <p:nvPr/>
        </p:nvSpPr>
        <p:spPr>
          <a:xfrm>
            <a:off x="4191000" y="1346200"/>
            <a:ext cx="2286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学習データ（全体）</a:t>
            </a:r>
          </a:p>
        </p:txBody>
      </p:sp>
      <p:cxnSp>
        <p:nvCxnSpPr>
          <p:cNvPr id="20" name="arrow20"/>
          <p:cNvCxnSpPr/>
          <p:nvPr/>
        </p:nvCxnSpPr>
        <p:spPr>
          <a:xfrm flipH="1">
            <a:off x="3048000" y="1854200"/>
            <a:ext cx="2286000" cy="431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21" name="arrow21"/>
          <p:cNvCxnSpPr/>
          <p:nvPr/>
        </p:nvCxnSpPr>
        <p:spPr>
          <a:xfrm>
            <a:off x="5334000" y="1854200"/>
            <a:ext cx="1270" cy="431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22" name="arrow22"/>
          <p:cNvCxnSpPr/>
          <p:nvPr/>
        </p:nvCxnSpPr>
        <p:spPr>
          <a:xfrm>
            <a:off x="5334000" y="1854200"/>
            <a:ext cx="2286000" cy="431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12" name="sample1"/>
          <p:cNvSpPr/>
          <p:nvPr/>
        </p:nvSpPr>
        <p:spPr>
          <a:xfrm>
            <a:off x="2159000" y="2286000"/>
            <a:ext cx="1778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データ①</a:t>
            </a:r>
          </a:p>
        </p:txBody>
      </p:sp>
      <p:sp>
        <p:nvSpPr>
          <p:cNvPr id="13" name="sample2"/>
          <p:cNvSpPr/>
          <p:nvPr/>
        </p:nvSpPr>
        <p:spPr>
          <a:xfrm>
            <a:off x="4445000" y="2286000"/>
            <a:ext cx="1778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データ②</a:t>
            </a:r>
          </a:p>
        </p:txBody>
      </p:sp>
      <p:sp>
        <p:nvSpPr>
          <p:cNvPr id="14" name="sample3"/>
          <p:cNvSpPr/>
          <p:nvPr/>
        </p:nvSpPr>
        <p:spPr>
          <a:xfrm>
            <a:off x="6731000" y="2286000"/>
            <a:ext cx="1778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データ③</a:t>
            </a:r>
          </a:p>
        </p:txBody>
      </p:sp>
      <p:cxnSp>
        <p:nvCxnSpPr>
          <p:cNvPr id="23" name="arrow23"/>
          <p:cNvCxnSpPr/>
          <p:nvPr/>
        </p:nvCxnSpPr>
        <p:spPr>
          <a:xfrm>
            <a:off x="3048000" y="2794000"/>
            <a:ext cx="1270" cy="431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24" name="arrow24"/>
          <p:cNvCxnSpPr/>
          <p:nvPr/>
        </p:nvCxnSpPr>
        <p:spPr>
          <a:xfrm>
            <a:off x="5334000" y="2794000"/>
            <a:ext cx="1270" cy="431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25" name="arrow25"/>
          <p:cNvCxnSpPr/>
          <p:nvPr/>
        </p:nvCxnSpPr>
        <p:spPr>
          <a:xfrm>
            <a:off x="7620000" y="2794000"/>
            <a:ext cx="1270" cy="431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15" name="model1"/>
          <p:cNvSpPr/>
          <p:nvPr/>
        </p:nvSpPr>
        <p:spPr>
          <a:xfrm>
            <a:off x="2159000" y="3225800"/>
            <a:ext cx="1778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モデル①</a:t>
            </a:r>
          </a:p>
        </p:txBody>
      </p:sp>
      <p:sp>
        <p:nvSpPr>
          <p:cNvPr id="16" name="model2"/>
          <p:cNvSpPr/>
          <p:nvPr/>
        </p:nvSpPr>
        <p:spPr>
          <a:xfrm>
            <a:off x="4445000" y="3225800"/>
            <a:ext cx="1778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モデル②</a:t>
            </a:r>
          </a:p>
        </p:txBody>
      </p:sp>
      <p:sp>
        <p:nvSpPr>
          <p:cNvPr id="17" name="model3"/>
          <p:cNvSpPr/>
          <p:nvPr/>
        </p:nvSpPr>
        <p:spPr>
          <a:xfrm>
            <a:off x="6731000" y="3225800"/>
            <a:ext cx="1778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モデル③</a:t>
            </a:r>
          </a:p>
        </p:txBody>
      </p:sp>
      <p:cxnSp>
        <p:nvCxnSpPr>
          <p:cNvPr id="26" name="arrow26"/>
          <p:cNvCxnSpPr/>
          <p:nvPr/>
        </p:nvCxnSpPr>
        <p:spPr>
          <a:xfrm>
            <a:off x="3048000" y="3733800"/>
            <a:ext cx="1397000" cy="5080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27" name="arrow27"/>
          <p:cNvCxnSpPr/>
          <p:nvPr/>
        </p:nvCxnSpPr>
        <p:spPr>
          <a:xfrm>
            <a:off x="5334000" y="3733800"/>
            <a:ext cx="1270" cy="5080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28" name="arrow28"/>
          <p:cNvCxnSpPr/>
          <p:nvPr/>
        </p:nvCxnSpPr>
        <p:spPr>
          <a:xfrm flipH="1">
            <a:off x="6223000" y="3733800"/>
            <a:ext cx="1397000" cy="5080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18" name="aggregate"/>
          <p:cNvSpPr/>
          <p:nvPr/>
        </p:nvSpPr>
        <p:spPr>
          <a:xfrm>
            <a:off x="3333172" y="4260850"/>
            <a:ext cx="4001655" cy="5588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chemeClr val="tx1"/>
                </a:solidFill>
                <a:latin typeface="UD Digi Kyokasho NK-R"/>
                <a:ea typeface="UD Digi Kyokasho NK-R"/>
              </a:rPr>
              <a:t>多数決（分類）・平均（回帰）で統合</a:t>
            </a:r>
          </a:p>
        </p:txBody>
      </p:sp>
      <p:cxnSp>
        <p:nvCxnSpPr>
          <p:cNvPr id="29" name="arrow29"/>
          <p:cNvCxnSpPr/>
          <p:nvPr/>
        </p:nvCxnSpPr>
        <p:spPr>
          <a:xfrm>
            <a:off x="5334000" y="4800600"/>
            <a:ext cx="1270" cy="3810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19" name="final"/>
          <p:cNvSpPr/>
          <p:nvPr/>
        </p:nvSpPr>
        <p:spPr>
          <a:xfrm>
            <a:off x="4191000" y="5181600"/>
            <a:ext cx="2286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45720" tIns="27432" rIns="45720" bIns="27432" anchor="ctr"/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  <a:latin typeface="UD Digi Kyokasho NK-R"/>
                <a:ea typeface="UD Digi Kyokasho NK-R"/>
              </a:rPr>
              <a:t>最終予測</a:t>
            </a:r>
          </a:p>
        </p:txBody>
      </p:sp>
      <p:sp>
        <p:nvSpPr>
          <p:cNvPr id="30" name="label1"/>
          <p:cNvSpPr/>
          <p:nvPr/>
        </p:nvSpPr>
        <p:spPr>
          <a:xfrm>
            <a:off x="457200" y="1854200"/>
            <a:ext cx="258953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b="0" dirty="0">
                <a:solidFill>
                  <a:srgbClr val="595959"/>
                </a:solidFill>
                <a:latin typeface="UD Digi Kyokasho NK-R"/>
                <a:ea typeface="UD Digi Kyokasho NK-R"/>
              </a:rPr>
              <a:t>① ブートストラップ抽出</a:t>
            </a:r>
          </a:p>
          <a:p>
            <a:pPr algn="l">
              <a:spcBef>
                <a:spcPts val="0"/>
              </a:spcBef>
              <a:buNone/>
            </a:pPr>
            <a:r>
              <a:rPr lang="ja-JP" altLang="en-US" sz="2000" b="0" dirty="0">
                <a:solidFill>
                  <a:srgbClr val="595959"/>
                </a:solidFill>
                <a:latin typeface="UD Digi Kyokasho NK-R"/>
                <a:ea typeface="UD Digi Kyokasho NK-R"/>
              </a:rPr>
              <a:t>（復元抽出）</a:t>
            </a:r>
          </a:p>
        </p:txBody>
      </p:sp>
      <p:sp>
        <p:nvSpPr>
          <p:cNvPr id="31" name="label2"/>
          <p:cNvSpPr/>
          <p:nvPr/>
        </p:nvSpPr>
        <p:spPr>
          <a:xfrm>
            <a:off x="457200" y="2844800"/>
            <a:ext cx="1600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595959"/>
                </a:solidFill>
                <a:latin typeface="UD Digi Kyokasho NK-R"/>
                <a:ea typeface="UD Digi Kyokasho NK-R"/>
              </a:rPr>
              <a:t>② 並列に学習</a:t>
            </a:r>
          </a:p>
        </p:txBody>
      </p:sp>
      <p:sp>
        <p:nvSpPr>
          <p:cNvPr id="32" name="label3"/>
          <p:cNvSpPr/>
          <p:nvPr/>
        </p:nvSpPr>
        <p:spPr>
          <a:xfrm>
            <a:off x="457200" y="3911600"/>
            <a:ext cx="1600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595959"/>
                </a:solidFill>
                <a:latin typeface="UD Digi Kyokasho NK-R"/>
                <a:ea typeface="UD Digi Kyokasho NK-R"/>
              </a:rPr>
              <a:t>③ 予測を統合</a:t>
            </a:r>
          </a:p>
        </p:txBody>
      </p:sp>
      <p:sp>
        <p:nvSpPr>
          <p:cNvPr id="33" name="note"/>
          <p:cNvSpPr/>
          <p:nvPr/>
        </p:nvSpPr>
        <p:spPr>
          <a:xfrm>
            <a:off x="406400" y="5918200"/>
            <a:ext cx="8318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b="0" dirty="0">
                <a:solidFill>
                  <a:srgbClr val="000000"/>
                </a:solidFill>
                <a:latin typeface="UD Digi Kyokasho NK-R"/>
                <a:ea typeface="UD Digi Kyokasho NK-R"/>
              </a:rPr>
              <a:t>誤差が打ち消し合い、ばらつき（分散）が減る（例：ランダムフォレスト）</a:t>
            </a:r>
          </a:p>
        </p:txBody>
      </p:sp>
      <p:sp>
        <p:nvSpPr>
          <p:cNvPr id="715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8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7217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608C-5153-2B0E-1D13-1A172679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1087217E-2C8D-FBE9-9222-AF83A8D6AD32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バギングの分散低減を式で確認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>
            <a:extLst>
              <a:ext uri="{FF2B5EF4-FFF2-40B4-BE49-F238E27FC236}">
                <a16:creationId xmlns:a16="http://schemas.microsoft.com/office/drawing/2014/main" id="{F615C677-7A82-27B5-5E8B-FACABC4F0CF7}"/>
              </a:ext>
            </a:extLst>
          </p:cNvPr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平均化で分散は下がるが、似たモデル同士では相関による限界が残る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>
            <a:extLst>
              <a:ext uri="{FF2B5EF4-FFF2-40B4-BE49-F238E27FC236}">
                <a16:creationId xmlns:a16="http://schemas.microsoft.com/office/drawing/2014/main" id="{BA9B6B7A-DB70-5EC1-7447-237B4014B421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b1">
                <a:extLst>
                  <a:ext uri="{FF2B5EF4-FFF2-40B4-BE49-F238E27FC236}">
                    <a16:creationId xmlns:a16="http://schemas.microsoft.com/office/drawing/2014/main" id="{1174B3BC-2CF3-A2CC-1B82-9CDD5F1832B0}"/>
                  </a:ext>
                </a:extLst>
              </p:cNvPr>
              <p:cNvSpPr txBox="1"/>
              <p:nvPr/>
            </p:nvSpPr>
            <p:spPr>
              <a:xfrm>
                <a:off x="411480" y="1320800"/>
                <a:ext cx="8321040" cy="635000"/>
              </a:xfrm>
              <a:prstGeom prst="rect">
                <a:avLst/>
              </a:prstGeom>
              <a:noFill/>
            </p:spPr>
            <p:txBody>
              <a:bodyPr wrap="square" lIns="101600" tIns="50800" rIns="101600" bIns="50800" anchor="ctr">
                <a:norm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sz="17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ja-JP" altLang="en-US" sz="17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 個の基学習器は同じ分散 </a:t>
                </a:r>
                <a14:m>
                  <m:oMath xmlns:m="http://schemas.openxmlformats.org/officeDocument/2006/math">
                    <m:r>
                      <a:rPr lang="ja-JP" altLang="en-US" sz="17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ja-JP" altLang="en-US" sz="1750" i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ja-JP" altLang="en-US" sz="17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、任意の2学習器の相関は </a:t>
                </a:r>
                <a14:m>
                  <m:oMath xmlns:m="http://schemas.openxmlformats.org/officeDocument/2006/math">
                    <m:r>
                      <a:rPr lang="ja-JP" altLang="en-US" sz="17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17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 と仮定</a:t>
                </a:r>
              </a:p>
            </p:txBody>
          </p:sp>
        </mc:Choice>
        <mc:Fallback>
          <p:sp>
            <p:nvSpPr>
              <p:cNvPr id="23" name="b1">
                <a:extLst>
                  <a:ext uri="{FF2B5EF4-FFF2-40B4-BE49-F238E27FC236}">
                    <a16:creationId xmlns:a16="http://schemas.microsoft.com/office/drawing/2014/main" id="{1174B3BC-2CF3-A2CC-1B82-9CDD5F183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320800"/>
                <a:ext cx="8321040" cy="635000"/>
              </a:xfrm>
              <a:prstGeom prst="rect">
                <a:avLst/>
              </a:prstGeom>
              <a:blipFill>
                <a:blip r:embed="rId2"/>
                <a:stretch>
                  <a:fillRect l="-3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">
                <a:extLst>
                  <a:ext uri="{FF2B5EF4-FFF2-40B4-BE49-F238E27FC236}">
                    <a16:creationId xmlns:a16="http://schemas.microsoft.com/office/drawing/2014/main" id="{52420683-827A-F179-DC08-24D1B632C4DB}"/>
                  </a:ext>
                </a:extLst>
              </p:cNvPr>
              <p:cNvSpPr txBox="1"/>
              <p:nvPr/>
            </p:nvSpPr>
            <p:spPr>
              <a:xfrm>
                <a:off x="411480" y="1820091"/>
                <a:ext cx="8321040" cy="2174925"/>
              </a:xfrm>
              <a:prstGeom prst="rect">
                <a:avLst/>
              </a:prstGeom>
              <a:solidFill>
                <a:srgbClr val="F2F7F7"/>
              </a:solidFill>
              <a:ln w="12700">
                <a:solidFill>
                  <a:srgbClr val="DDE6E6"/>
                </a:solidFill>
              </a:ln>
            </p:spPr>
            <p:txBody>
              <a:bodyPr wrap="square" lIns="101600" tIns="50800" rIns="101600" bIns="50800" anchor="ctr">
                <a:norm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𝑉𝑎𝑟</m:t>
                      </m:r>
                      <m:d>
                        <m:dPr>
                          <m:ctrlPr>
                            <a:rPr lang="en-US" altLang="ja-JP" sz="2400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ja-JP" sz="240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a:rPr lang="en-US" altLang="ja-JP" sz="240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𝜎</m:t>
                      </m:r>
                      <m:r>
                        <a:rPr lang="en-US" altLang="ja-JP" sz="240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²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400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𝜌</m:t>
                              </m:r>
                              <m: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ja-JP" sz="2400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1−</m:t>
                                  </m:r>
                                  <m:r>
                                    <a:rPr lang="en-US" altLang="ja-JP" sz="2400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𝜌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ja-JP" sz="24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ja-JP" sz="2400" b="0" i="1" dirty="0">
                  <a:solidFill>
                    <a:srgbClr val="111827"/>
                  </a:solidFill>
                  <a:latin typeface="Cambria Math"/>
                  <a:ea typeface="Cambria Math"/>
                </a:endParaRPr>
              </a:p>
              <a:p>
                <a:pPr algn="ctr">
                  <a:spcBef>
                    <a:spcPts val="3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900" b="0" i="1" dirty="0" smtClean="0">
                          <a:solidFill>
                            <a:srgbClr val="176B8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𝑀</m:t>
                      </m:r>
                      <m:r>
                        <a:rPr lang="en-US" altLang="ja-JP" sz="1900" b="0" i="0" dirty="0">
                          <a:solidFill>
                            <a:srgbClr val="176B8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→∞では</m:t>
                      </m:r>
                      <m:r>
                        <a:rPr lang="en-US" altLang="ja-JP" sz="1900" b="0" i="1" dirty="0">
                          <a:solidFill>
                            <a:srgbClr val="176B8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𝑉𝑎𝑟</m:t>
                      </m:r>
                      <m:d>
                        <m:dPr>
                          <m:ctrlPr>
                            <a:rPr lang="en-US" altLang="ja-JP" sz="1900" b="0" i="1" dirty="0">
                              <a:solidFill>
                                <a:srgbClr val="176B8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sz="1900" b="0" i="1" dirty="0" smtClean="0">
                                  <a:solidFill>
                                    <a:srgbClr val="176B8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ja-JP" sz="1900" i="1" dirty="0">
                                  <a:solidFill>
                                    <a:srgbClr val="176B8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ja-JP" sz="1900" b="0" i="1" dirty="0">
                                  <a:solidFill>
                                    <a:srgbClr val="176B8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ja-JP" sz="1900" b="0" i="1" dirty="0">
                                  <a:solidFill>
                                    <a:srgbClr val="176B8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ja-JP" sz="1900" b="0" i="0" dirty="0">
                          <a:solidFill>
                            <a:srgbClr val="176B8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→</m:t>
                      </m:r>
                      <m:r>
                        <a:rPr lang="en-US" altLang="ja-JP" sz="1900" b="0" i="1" dirty="0">
                          <a:solidFill>
                            <a:srgbClr val="176B8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𝜌𝜎</m:t>
                      </m:r>
                      <m:r>
                        <a:rPr lang="en-US" altLang="ja-JP" sz="1900" b="0" i="0" dirty="0">
                          <a:solidFill>
                            <a:srgbClr val="176B8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²</m:t>
                      </m:r>
                    </m:oMath>
                  </m:oMathPara>
                </a14:m>
                <a:endParaRPr lang="en-US" altLang="ja-JP" sz="1900" b="0" dirty="0">
                  <a:solidFill>
                    <a:srgbClr val="176B87"/>
                  </a:solidFill>
                  <a:latin typeface="UD Digi Kyokasho NK-R"/>
                  <a:ea typeface="Cambria Math"/>
                </a:endParaRPr>
              </a:p>
              <a:p>
                <a:pPr algn="ctr">
                  <a:spcBef>
                    <a:spcPts val="350"/>
                  </a:spcBef>
                  <a:buNone/>
                </a:pPr>
                <a:r>
                  <a:rPr lang="ja-JP" altLang="en-US" sz="1650">
                    <a:solidFill>
                      <a:srgbClr val="4B5563"/>
                    </a:solidFill>
                    <a:latin typeface="UD Digi Kyokasho NK-R"/>
                    <a:ea typeface="UD Digi Kyokasho NK-R"/>
                  </a:rPr>
                  <a:t>0 にはならず、相関 ρ が「分散の床」を決める</a:t>
                </a:r>
              </a:p>
            </p:txBody>
          </p:sp>
        </mc:Choice>
        <mc:Fallback>
          <p:sp>
            <p:nvSpPr>
              <p:cNvPr id="24" name="formula">
                <a:extLst>
                  <a:ext uri="{FF2B5EF4-FFF2-40B4-BE49-F238E27FC236}">
                    <a16:creationId xmlns:a16="http://schemas.microsoft.com/office/drawing/2014/main" id="{52420683-827A-F179-DC08-24D1B632C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820091"/>
                <a:ext cx="8321040" cy="2174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DE6E6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b2">
                <a:extLst>
                  <a:ext uri="{FF2B5EF4-FFF2-40B4-BE49-F238E27FC236}">
                    <a16:creationId xmlns:a16="http://schemas.microsoft.com/office/drawing/2014/main" id="{7054A37F-0DFE-3004-0E4F-B7D3A6CCEFF9}"/>
                  </a:ext>
                </a:extLst>
              </p:cNvPr>
              <p:cNvSpPr txBox="1"/>
              <p:nvPr/>
            </p:nvSpPr>
            <p:spPr>
              <a:xfrm>
                <a:off x="411480" y="5118700"/>
                <a:ext cx="8321040" cy="1267182"/>
              </a:xfrm>
              <a:prstGeom prst="rect">
                <a:avLst/>
              </a:prstGeom>
              <a:noFill/>
            </p:spPr>
            <p:txBody>
              <a:bodyPr wrap="square" lIns="101600" tIns="50800" rIns="101600" bIns="50800" anchor="t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本数</a:t>
                </a:r>
                <a14:m>
                  <m:oMath xmlns:m="http://schemas.openxmlformats.org/officeDocument/2006/math">
                    <m:r>
                      <a:rPr lang="ja-JP" altLang="en-US" sz="16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を増やすと</a:t>
                </a:r>
                <a:r>
                  <a:rPr lang="en-US" altLang="ja-JP" sz="1650" dirty="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00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ja-JP" altLang="en-US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ja-JP" altLang="en-US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ja-JP" altLang="en-US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ja-JP" altLang="en-US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altLang="ja-JP" sz="1650" dirty="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 </a:t>
                </a:r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は小さくなる</a:t>
                </a:r>
              </a:p>
              <a:p>
                <a:pPr marL="285750" indent="-285750">
                  <a:spcBef>
                    <a:spcPts val="280"/>
                  </a:spcBef>
                  <a:buFont typeface="Arial" panose="020B0604020202020204" pitchFamily="34" charset="0"/>
                  <a:buChar char="•"/>
                </a:pPr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ただし </a:t>
                </a:r>
                <a14:m>
                  <m:oMath xmlns:m="http://schemas.openxmlformats.org/officeDocument/2006/math">
                    <m:r>
                      <a:rPr lang="ja-JP" altLang="en-US" sz="16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𝜌𝜎</m:t>
                    </m:r>
                    <m:r>
                      <a:rPr lang="ja-JP" altLang="en-US" sz="1650" i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 は残るため、似たモデルを増やすだけでは限界がある</a:t>
                </a:r>
              </a:p>
              <a:p>
                <a:pPr marL="285750" indent="-285750">
                  <a:spcBef>
                    <a:spcPts val="280"/>
                  </a:spcBef>
                  <a:buFont typeface="Arial" panose="020B0604020202020204" pitchFamily="34" charset="0"/>
                  <a:buChar char="•"/>
                </a:pPr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ランダムフォレストは特徴量サンプリングで相関 </a:t>
                </a:r>
                <a14:m>
                  <m:oMath xmlns:m="http://schemas.openxmlformats.org/officeDocument/2006/math">
                    <m:r>
                      <a:rPr lang="ja-JP" altLang="en-US" sz="16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 を下げる</a:t>
                </a:r>
              </a:p>
            </p:txBody>
          </p:sp>
        </mc:Choice>
        <mc:Fallback>
          <p:sp>
            <p:nvSpPr>
              <p:cNvPr id="25" name="b2">
                <a:extLst>
                  <a:ext uri="{FF2B5EF4-FFF2-40B4-BE49-F238E27FC236}">
                    <a16:creationId xmlns:a16="http://schemas.microsoft.com/office/drawing/2014/main" id="{7054A37F-0DFE-3004-0E4F-B7D3A6CC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118700"/>
                <a:ext cx="8321040" cy="1267182"/>
              </a:xfrm>
              <a:prstGeom prst="rect">
                <a:avLst/>
              </a:prstGeom>
              <a:blipFill>
                <a:blip r:embed="rId4"/>
                <a:stretch>
                  <a:fillRect l="-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vars">
                <a:extLst>
                  <a:ext uri="{FF2B5EF4-FFF2-40B4-BE49-F238E27FC236}">
                    <a16:creationId xmlns:a16="http://schemas.microsoft.com/office/drawing/2014/main" id="{B8E5BB44-3927-4F22-033A-65D323C01AF4}"/>
                  </a:ext>
                </a:extLst>
              </p:cNvPr>
              <p:cNvSpPr txBox="1"/>
              <p:nvPr/>
            </p:nvSpPr>
            <p:spPr>
              <a:xfrm>
                <a:off x="822960" y="3927566"/>
                <a:ext cx="8321040" cy="698500"/>
              </a:xfrm>
              <a:prstGeom prst="rect">
                <a:avLst/>
              </a:prstGeom>
              <a:noFill/>
            </p:spPr>
            <p:txBody>
              <a:bodyPr wrap="square" lIns="101600" tIns="50800" rIns="101600" bIns="50800" anchor="ctr">
                <a:normAutofit/>
              </a:bodyPr>
              <a:lstStyle/>
              <a:p>
                <a:r>
                  <a:rPr lang="ja-JP" altLang="en-US" sz="1550" b="0">
                    <a:solidFill>
                      <a:srgbClr val="176B87"/>
                    </a:solidFill>
                    <a:latin typeface="UD Digi Kyokasho NK-R"/>
                    <a:ea typeface="UD Digi Kyokasho NK-R"/>
                  </a:rPr>
                  <a:t>記号</a:t>
                </a:r>
                <a:r>
                  <a:rPr lang="ja-JP" altLang="en-US" sz="15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　</a:t>
                </a:r>
                <a14:m>
                  <m:oMath xmlns:m="http://schemas.openxmlformats.org/officeDocument/2006/math">
                    <m:r>
                      <a:rPr lang="ja-JP" altLang="en-US" sz="15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ja-JP" altLang="en-US" sz="1550" i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ja-JP" altLang="en-US" sz="15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: 各学習器の分散　　</a:t>
                </a:r>
                <a14:m>
                  <m:oMath xmlns:m="http://schemas.openxmlformats.org/officeDocument/2006/math">
                    <m:r>
                      <a:rPr lang="ja-JP" altLang="en-US" sz="15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15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: 学習器間の相関　　</a:t>
                </a:r>
                <a14:m>
                  <m:oMath xmlns:m="http://schemas.openxmlformats.org/officeDocument/2006/math">
                    <m:r>
                      <a:rPr lang="ja-JP" altLang="en-US" sz="15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ja-JP" altLang="en-US" sz="15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: 学習器数　　</a:t>
                </a:r>
                <a:r>
                  <a:rPr lang="en-US" altLang="ja-JP" sz="1600" dirty="0">
                    <a:solidFill>
                      <a:srgbClr val="176B87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altLang="ja-JP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𝑓</m:t>
                        </m:r>
                      </m:e>
                    </m:acc>
                  </m:oMath>
                </a14:m>
                <a:r>
                  <a:rPr lang="ja-JP" altLang="en-US" sz="15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: 平均予測</a:t>
                </a:r>
              </a:p>
            </p:txBody>
          </p:sp>
        </mc:Choice>
        <mc:Fallback>
          <p:sp>
            <p:nvSpPr>
              <p:cNvPr id="26" name="vars">
                <a:extLst>
                  <a:ext uri="{FF2B5EF4-FFF2-40B4-BE49-F238E27FC236}">
                    <a16:creationId xmlns:a16="http://schemas.microsoft.com/office/drawing/2014/main" id="{B8E5BB44-3927-4F22-033A-65D323C01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927566"/>
                <a:ext cx="8321040" cy="698500"/>
              </a:xfrm>
              <a:prstGeom prst="rect">
                <a:avLst/>
              </a:prstGeom>
              <a:blipFill>
                <a:blip r:embed="rId5"/>
                <a:stretch>
                  <a:fillRect l="-3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pagenum">
            <a:extLst>
              <a:ext uri="{FF2B5EF4-FFF2-40B4-BE49-F238E27FC236}">
                <a16:creationId xmlns:a16="http://schemas.microsoft.com/office/drawing/2014/main" id="{AFE04CB8-1F0D-B088-EE7A-0306197B1F81}"/>
              </a:ext>
            </a:extLst>
          </p:cNvPr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9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601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バギングの例（ランダムフォレスト）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/>
          <p:cNvSpPr txBox="1"/>
          <p:nvPr/>
        </p:nvSpPr>
        <p:spPr>
          <a:xfrm>
            <a:off x="247706" y="733400"/>
            <a:ext cx="9019123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本数を増やすほど平均予測のばらつきは減るが、モデル同士が似ていると頭打ちになる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ake"/>
              <p:cNvSpPr txBox="1"/>
              <p:nvPr/>
            </p:nvSpPr>
            <p:spPr>
              <a:xfrm>
                <a:off x="-1" y="4643198"/>
                <a:ext cx="9144001" cy="1987277"/>
              </a:xfrm>
              <a:prstGeom prst="rect">
                <a:avLst/>
              </a:prstGeom>
              <a:solidFill>
                <a:srgbClr val="F2F7F7"/>
              </a:solidFill>
              <a:ln w="12700">
                <a:solidFill>
                  <a:srgbClr val="DDE6E6"/>
                </a:solidFill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marL="228600" indent="0">
                  <a:spcBef>
                    <a:spcPts val="600"/>
                  </a:spcBef>
                  <a:buNone/>
                </a:pPr>
                <a:r>
                  <a:rPr lang="en-US" altLang="ja-JP" sz="1900" b="0" dirty="0" err="1">
                    <a:solidFill>
                      <a:srgbClr val="000000"/>
                    </a:solidFill>
                    <a:latin typeface="UD Digi Kyokasho NK-R" panose="02020400000000000000" pitchFamily="18" charset="-128"/>
                    <a:ea typeface="UD Digi Kyokasho NK-R" panose="02020400000000000000" pitchFamily="18" charset="-128"/>
                  </a:rPr>
                  <a:t>縦軸は「</a:t>
                </a:r>
                <a14:m>
                  <m:oMath xmlns:m="http://schemas.openxmlformats.org/officeDocument/2006/math">
                    <m:r>
                      <a:rPr lang="en-US" altLang="ja-JP" sz="19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ja-JP" sz="1900" b="0" dirty="0">
                    <a:solidFill>
                      <a:srgbClr val="000000"/>
                    </a:solidFill>
                    <a:latin typeface="UD Digi Kyokasho NK-R" panose="02020400000000000000" pitchFamily="18" charset="-128"/>
                    <a:ea typeface="UD Digi Kyokasho NK-R" panose="02020400000000000000" pitchFamily="18" charset="-128"/>
                  </a:rPr>
                  <a:t> 本のモデルの平均予測」の分散(ばらつき)、横軸は組み合わせる本数 </a:t>
                </a:r>
                <a14:m>
                  <m:oMath xmlns:m="http://schemas.openxmlformats.org/officeDocument/2006/math">
                    <m:r>
                      <a:rPr lang="en-US" altLang="ja-JP" sz="19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ja-JP" sz="1900" b="0" dirty="0">
                  <a:solidFill>
                    <a:srgbClr val="000000"/>
                  </a:solidFill>
                  <a:latin typeface="UD Digi Kyokasho NK-R" panose="02020400000000000000" pitchFamily="18" charset="-128"/>
                  <a:ea typeface="UD Digi Kyokasho NK-R" panose="02020400000000000000" pitchFamily="18" charset="-128"/>
                </a:endParaRPr>
              </a:p>
              <a:p>
                <a:pPr marL="228600" indent="0">
                  <a:spcBef>
                    <a:spcPts val="600"/>
                  </a:spcBef>
                  <a:buNone/>
                </a:pPr>
                <a:r>
                  <a:rPr lang="en-US" altLang="ja-JP" sz="1900" b="0" dirty="0">
                    <a:solidFill>
                      <a:srgbClr val="000000"/>
                    </a:solidFill>
                    <a:latin typeface="UD Digi Kyokasho NK-R" panose="02020400000000000000" pitchFamily="18" charset="-128"/>
                    <a:ea typeface="UD Digi Kyokasho NK-R" panose="02020400000000000000" pitchFamily="18" charset="-128"/>
                  </a:rPr>
                  <a:t>本数 </a:t>
                </a:r>
                <a14:m>
                  <m:oMath xmlns:m="http://schemas.openxmlformats.org/officeDocument/2006/math">
                    <m:r>
                      <a:rPr lang="en-US" altLang="ja-JP" sz="19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ja-JP" sz="1900" b="0" dirty="0">
                    <a:solidFill>
                      <a:srgbClr val="000000"/>
                    </a:solidFill>
                    <a:latin typeface="UD Digi Kyokasho NK-R" panose="02020400000000000000" pitchFamily="18" charset="-128"/>
                    <a:ea typeface="UD Digi Kyokasho NK-R" panose="02020400000000000000" pitchFamily="18" charset="-128"/>
                  </a:rPr>
                  <a:t> を増やすと分散は下がるが、モデル間の相関 </a:t>
                </a:r>
                <a14:m>
                  <m:oMath xmlns:m="http://schemas.openxmlformats.org/officeDocument/2006/math">
                    <m:r>
                      <a:rPr lang="en-US" altLang="ja-JP" sz="19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ja-JP" sz="1900" b="0" dirty="0">
                    <a:solidFill>
                      <a:srgbClr val="000000"/>
                    </a:solidFill>
                    <a:latin typeface="UD Digi Kyokasho NK-R" panose="02020400000000000000" pitchFamily="18" charset="-128"/>
                    <a:ea typeface="UD Digi Kyokasho NK-R" panose="02020400000000000000" pitchFamily="18" charset="-128"/>
                  </a:rPr>
                  <a:t> が大きいほど下げ止まる</a:t>
                </a:r>
              </a:p>
              <a:p>
                <a:pPr marL="228600" indent="0">
                  <a:spcBef>
                    <a:spcPts val="600"/>
                  </a:spcBef>
                  <a:buNone/>
                </a:pPr>
                <a:r>
                  <a:rPr lang="en-US" altLang="ja-JP" sz="1900" b="0" dirty="0">
                    <a:solidFill>
                      <a:srgbClr val="000000"/>
                    </a:solidFill>
                    <a:latin typeface="UD Digi Kyokasho NK-R" panose="02020400000000000000" pitchFamily="18" charset="-128"/>
                    <a:ea typeface="UD Digi Kyokasho NK-R" panose="02020400000000000000" pitchFamily="18" charset="-128"/>
                  </a:rPr>
                  <a:t>→ ランダムフォレストは特徴量サンプリングで木同士の相関を下げ、分散をさらに減らす</a:t>
                </a:r>
              </a:p>
            </p:txBody>
          </p:sp>
        </mc:Choice>
        <mc:Fallback>
          <p:sp>
            <p:nvSpPr>
              <p:cNvPr id="25" name="tak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643198"/>
                <a:ext cx="9144001" cy="1987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DE6E6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10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graphicFrame>
        <p:nvGraphicFramePr>
          <p:cNvPr id="80" name="Chart 1"/>
          <p:cNvGraphicFramePr/>
          <p:nvPr>
            <p:extLst>
              <p:ext uri="{D42A27DB-BD31-4B8C-83A1-F6EECF244321}">
                <p14:modId xmlns:p14="http://schemas.microsoft.com/office/powerpoint/2010/main" val="3745316913"/>
              </p:ext>
            </p:extLst>
          </p:nvPr>
        </p:nvGraphicFramePr>
        <p:xfrm>
          <a:off x="827740" y="1257450"/>
          <a:ext cx="7488520" cy="3546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050321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8A0CF-51E9-B36B-6567-40A4170B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142CF109-41FB-5023-8B44-E2441A7470CC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本日の流れ</a:t>
            </a:r>
          </a:p>
        </p:txBody>
      </p:sp>
      <p:sp>
        <p:nvSpPr>
          <p:cNvPr id="21" name="message">
            <a:extLst>
              <a:ext uri="{FF2B5EF4-FFF2-40B4-BE49-F238E27FC236}">
                <a16:creationId xmlns:a16="http://schemas.microsoft.com/office/drawing/2014/main" id="{C914D436-7218-0455-2F3A-9DFBD27EFB4C}"/>
              </a:ext>
            </a:extLst>
          </p:cNvPr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前半はモデルの組み合わせ方、後半はデータの整え方を扱う</a:t>
            </a:r>
          </a:p>
        </p:txBody>
      </p:sp>
      <p:sp>
        <p:nvSpPr>
          <p:cNvPr id="22" name="divider">
            <a:extLst>
              <a:ext uri="{FF2B5EF4-FFF2-40B4-BE49-F238E27FC236}">
                <a16:creationId xmlns:a16="http://schemas.microsoft.com/office/drawing/2014/main" id="{763A4BA0-089F-FA98-48C9-AF208DD61906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>
            <a:extLst>
              <a:ext uri="{FF2B5EF4-FFF2-40B4-BE49-F238E27FC236}">
                <a16:creationId xmlns:a16="http://schemas.microsoft.com/office/drawing/2014/main" id="{0C113762-2D49-D450-656B-800E1AF342E0}"/>
              </a:ext>
            </a:extLst>
          </p:cNvPr>
          <p:cNvSpPr txBox="1"/>
          <p:nvPr/>
        </p:nvSpPr>
        <p:spPr>
          <a:xfrm>
            <a:off x="411480" y="1320799"/>
            <a:ext cx="8321040" cy="4193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複数の学習器を組み合わせる考え方</a:t>
            </a:r>
            <a:endParaRPr lang="en-US" altLang="ja-JP" sz="2000" b="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ja-JP" altLang="en-US" sz="2000" b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 ── データを復元抽出して並列に学習するアンサンブル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誤りを順に補正していくアンサンブル</a:t>
            </a:r>
            <a:endParaRPr lang="en-US" altLang="ja-JP" sz="20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── カテゴリ変数を0/1の列に変換する前処理</a:t>
            </a: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欠損の起こり方と対処法</a:t>
            </a:r>
          </a:p>
        </p:txBody>
      </p:sp>
      <p:sp>
        <p:nvSpPr>
          <p:cNvPr id="90" name="pagenum">
            <a:extLst>
              <a:ext uri="{FF2B5EF4-FFF2-40B4-BE49-F238E27FC236}">
                <a16:creationId xmlns:a16="http://schemas.microsoft.com/office/drawing/2014/main" id="{5B9BFE53-DE3D-5A6A-8B9A-DEFFAE1A5EA3}"/>
              </a:ext>
            </a:extLst>
          </p:cNvPr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11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256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ブースティングの構造</a:t>
            </a:r>
            <a:endParaRPr lang="en-US" altLang="ja-JP" sz="32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弱いモデルを直列につなぎ、前段までに残った誤りを次のモデルが補う</a:t>
            </a:r>
            <a:endParaRPr lang="en-US" altLang="ja-JP" sz="20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4" name="concl"/>
          <p:cNvSpPr txBox="1"/>
          <p:nvPr/>
        </p:nvSpPr>
        <p:spPr>
          <a:xfrm>
            <a:off x="411480" y="5702300"/>
            <a:ext cx="8321040" cy="711200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ja-JP" altLang="en-US" sz="20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並列のバギングと異なり、後のモデルは前の学習結果に依存する</a:t>
            </a:r>
            <a:endParaRPr lang="en-US" altLang="ja-JP" sz="20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12</a:t>
            </a:r>
            <a:endParaRPr lang="en-US" altLang="ja-JP" sz="13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40" name="data"/>
          <p:cNvSpPr/>
          <p:nvPr/>
        </p:nvSpPr>
        <p:spPr>
          <a:xfrm>
            <a:off x="1905000" y="1346200"/>
            <a:ext cx="2286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1600" dirty="0">
                <a:solidFill>
                  <a:srgbClr val="000000"/>
                </a:solidFill>
                <a:latin typeface="UD Digi Kyokasho NK-R"/>
                <a:ea typeface="UD Digi Kyokasho NK-R"/>
              </a:rPr>
              <a:t>学習データ</a:t>
            </a:r>
          </a:p>
        </p:txBody>
      </p:sp>
      <p:cxnSp>
        <p:nvCxnSpPr>
          <p:cNvPr id="50" name="arrow50"/>
          <p:cNvCxnSpPr/>
          <p:nvPr/>
        </p:nvCxnSpPr>
        <p:spPr>
          <a:xfrm>
            <a:off x="3048000" y="1854200"/>
            <a:ext cx="1270" cy="5080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41" name="model1"/>
          <p:cNvSpPr/>
          <p:nvPr/>
        </p:nvSpPr>
        <p:spPr>
          <a:xfrm>
            <a:off x="2159000" y="23622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16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モデル①</a:t>
            </a:r>
          </a:p>
        </p:txBody>
      </p:sp>
      <p:sp>
        <p:nvSpPr>
          <p:cNvPr id="42" name="model2"/>
          <p:cNvSpPr/>
          <p:nvPr/>
        </p:nvSpPr>
        <p:spPr>
          <a:xfrm>
            <a:off x="4445000" y="23622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16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モデル②</a:t>
            </a:r>
          </a:p>
        </p:txBody>
      </p:sp>
      <p:sp>
        <p:nvSpPr>
          <p:cNvPr id="43" name="model3"/>
          <p:cNvSpPr/>
          <p:nvPr/>
        </p:nvSpPr>
        <p:spPr>
          <a:xfrm>
            <a:off x="6731000" y="23622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1600" dirty="0">
                <a:solidFill>
                  <a:srgbClr val="000000"/>
                </a:solidFill>
                <a:latin typeface="UD Digi Kyokasho NK-R"/>
                <a:ea typeface="UD Digi Kyokasho NK-R"/>
              </a:rPr>
              <a:t>モデル③</a:t>
            </a:r>
          </a:p>
        </p:txBody>
      </p:sp>
      <p:cxnSp>
        <p:nvCxnSpPr>
          <p:cNvPr id="51" name="arrow51"/>
          <p:cNvCxnSpPr/>
          <p:nvPr/>
        </p:nvCxnSpPr>
        <p:spPr>
          <a:xfrm>
            <a:off x="3937000" y="2641600"/>
            <a:ext cx="508000" cy="127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52" name="arrow52"/>
          <p:cNvCxnSpPr/>
          <p:nvPr/>
        </p:nvCxnSpPr>
        <p:spPr>
          <a:xfrm>
            <a:off x="6223000" y="2641600"/>
            <a:ext cx="508000" cy="127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44" name="chainlabel1"/>
          <p:cNvSpPr/>
          <p:nvPr/>
        </p:nvSpPr>
        <p:spPr>
          <a:xfrm>
            <a:off x="3492500" y="1930400"/>
            <a:ext cx="1519034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latin typeface="UD Digi Kyokasho NK-R"/>
                <a:ea typeface="UD Digi Kyokasho NK-R"/>
              </a:rPr>
              <a:t>誤りを重視</a:t>
            </a:r>
          </a:p>
        </p:txBody>
      </p:sp>
      <p:sp>
        <p:nvSpPr>
          <p:cNvPr id="45" name="chainlabel2"/>
          <p:cNvSpPr/>
          <p:nvPr/>
        </p:nvSpPr>
        <p:spPr>
          <a:xfrm>
            <a:off x="5778500" y="1930400"/>
            <a:ext cx="1519034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000" dirty="0">
                <a:latin typeface="UD Digi Kyokasho NK-R"/>
                <a:ea typeface="UD Digi Kyokasho NK-R"/>
              </a:rPr>
              <a:t>誤りを重視</a:t>
            </a:r>
          </a:p>
        </p:txBody>
      </p:sp>
      <p:cxnSp>
        <p:nvCxnSpPr>
          <p:cNvPr id="53" name="arrow53"/>
          <p:cNvCxnSpPr/>
          <p:nvPr/>
        </p:nvCxnSpPr>
        <p:spPr>
          <a:xfrm>
            <a:off x="3048000" y="2921000"/>
            <a:ext cx="1397000" cy="1193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54" name="arrow54"/>
          <p:cNvCxnSpPr/>
          <p:nvPr/>
        </p:nvCxnSpPr>
        <p:spPr>
          <a:xfrm>
            <a:off x="5334000" y="2921000"/>
            <a:ext cx="1270" cy="1193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cxnSp>
        <p:nvCxnSpPr>
          <p:cNvPr id="55" name="arrow55"/>
          <p:cNvCxnSpPr/>
          <p:nvPr/>
        </p:nvCxnSpPr>
        <p:spPr>
          <a:xfrm flipH="1">
            <a:off x="6223000" y="2921000"/>
            <a:ext cx="1397000" cy="11938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46" name="aggregate"/>
          <p:cNvSpPr/>
          <p:nvPr/>
        </p:nvSpPr>
        <p:spPr>
          <a:xfrm>
            <a:off x="3683000" y="4114800"/>
            <a:ext cx="3302000" cy="558800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1600" dirty="0">
                <a:solidFill>
                  <a:srgbClr val="FFFFFF"/>
                </a:solidFill>
                <a:latin typeface="UD Digi Kyokasho NK-R"/>
                <a:ea typeface="UD Digi Kyokasho NK-R"/>
              </a:rPr>
              <a:t>重み付きの和で統合</a:t>
            </a:r>
          </a:p>
        </p:txBody>
      </p:sp>
      <p:cxnSp>
        <p:nvCxnSpPr>
          <p:cNvPr id="56" name="arrow56"/>
          <p:cNvCxnSpPr/>
          <p:nvPr/>
        </p:nvCxnSpPr>
        <p:spPr>
          <a:xfrm>
            <a:off x="5334000" y="4673600"/>
            <a:ext cx="1270" cy="38100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47" name="final"/>
          <p:cNvSpPr/>
          <p:nvPr/>
        </p:nvSpPr>
        <p:spPr>
          <a:xfrm>
            <a:off x="4191000" y="5054600"/>
            <a:ext cx="22860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1800" dirty="0">
                <a:solidFill>
                  <a:srgbClr val="000000"/>
                </a:solidFill>
                <a:latin typeface="UD Digi Kyokasho NK-R"/>
                <a:ea typeface="UD Digi Kyokasho NK-R"/>
              </a:rPr>
              <a:t>最終予測</a:t>
            </a:r>
          </a:p>
        </p:txBody>
      </p:sp>
      <p:sp>
        <p:nvSpPr>
          <p:cNvPr id="48" name="label1"/>
          <p:cNvSpPr/>
          <p:nvPr/>
        </p:nvSpPr>
        <p:spPr>
          <a:xfrm>
            <a:off x="380999" y="3155950"/>
            <a:ext cx="2750127" cy="3648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dirty="0">
                <a:latin typeface="UD Digi Kyokasho NK-R"/>
                <a:ea typeface="UD Digi Kyokasho NK-R"/>
              </a:rPr>
              <a:t>① 順番</a:t>
            </a:r>
            <a:r>
              <a:rPr lang="ja-JP" altLang="en-US" sz="2000">
                <a:latin typeface="UD Digi Kyokasho NK-R"/>
                <a:ea typeface="UD Digi Kyokasho NK-R"/>
              </a:rPr>
              <a:t>に学習（</a:t>
            </a:r>
            <a:r>
              <a:rPr lang="ja-JP" altLang="en-US" sz="2000" dirty="0">
                <a:latin typeface="UD Digi Kyokasho NK-R"/>
                <a:ea typeface="UD Digi Kyokasho NK-R"/>
              </a:rPr>
              <a:t>直列）</a:t>
            </a:r>
          </a:p>
        </p:txBody>
      </p:sp>
      <p:sp>
        <p:nvSpPr>
          <p:cNvPr id="49" name="label2"/>
          <p:cNvSpPr/>
          <p:nvPr/>
        </p:nvSpPr>
        <p:spPr>
          <a:xfrm>
            <a:off x="380999" y="3860800"/>
            <a:ext cx="2750127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dirty="0">
                <a:latin typeface="UD Digi Kyokasho NK-R"/>
                <a:ea typeface="UD Digi Kyokasho NK-R"/>
              </a:rPr>
              <a:t>② 前の</a:t>
            </a:r>
            <a:r>
              <a:rPr lang="ja-JP" altLang="en-US" sz="2000">
                <a:latin typeface="UD Digi Kyokasho NK-R"/>
                <a:ea typeface="UD Digi Kyokasho NK-R"/>
              </a:rPr>
              <a:t>誤りを次</a:t>
            </a:r>
            <a:r>
              <a:rPr lang="ja-JP" altLang="en-US" sz="2000" dirty="0">
                <a:latin typeface="UD Digi Kyokasho NK-R"/>
                <a:ea typeface="UD Digi Kyokasho NK-R"/>
              </a:rPr>
              <a:t>で補正</a:t>
            </a:r>
          </a:p>
        </p:txBody>
      </p:sp>
      <p:sp>
        <p:nvSpPr>
          <p:cNvPr id="57" name="label3"/>
          <p:cNvSpPr/>
          <p:nvPr/>
        </p:nvSpPr>
        <p:spPr>
          <a:xfrm>
            <a:off x="380999" y="4629150"/>
            <a:ext cx="2750127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2000" dirty="0">
                <a:latin typeface="UD Digi Kyokasho NK-R"/>
                <a:ea typeface="UD Digi Kyokasho NK-R"/>
              </a:rPr>
              <a:t>③ 予測を統合</a:t>
            </a:r>
          </a:p>
        </p:txBody>
      </p:sp>
    </p:spTree>
    <p:extLst>
      <p:ext uri="{BB962C8B-B14F-4D97-AF65-F5344CB8AC3E}">
        <p14:creationId xmlns:p14="http://schemas.microsoft.com/office/powerpoint/2010/main" val="600677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E622D-3454-FF52-55B3-6497FBE9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92788A48-124F-2667-11F9-63D59ACF1FB4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r>
              <a:rPr lang="ja-JP" altLang="en-US" sz="32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ブースティングの誤差低減の原理</a:t>
            </a:r>
            <a:endParaRPr lang="en-US" altLang="ja-JP" sz="320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>
            <a:extLst>
              <a:ext uri="{FF2B5EF4-FFF2-40B4-BE49-F238E27FC236}">
                <a16:creationId xmlns:a16="http://schemas.microsoft.com/office/drawing/2014/main" id="{BBE1A99E-BD36-BC66-EF36-3DCFAC18575A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90" name="pagenum">
            <a:extLst>
              <a:ext uri="{FF2B5EF4-FFF2-40B4-BE49-F238E27FC236}">
                <a16:creationId xmlns:a16="http://schemas.microsoft.com/office/drawing/2014/main" id="{EB382BEB-CB65-3D4C-F203-4A55AFD71B0B}"/>
              </a:ext>
            </a:extLst>
          </p:cNvPr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13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701" name="message">
            <a:extLst>
              <a:ext uri="{FF2B5EF4-FFF2-40B4-BE49-F238E27FC236}">
                <a16:creationId xmlns:a16="http://schemas.microsoft.com/office/drawing/2014/main" id="{F615C677-7A82-27B5-5E8B-FACABC4F0CF7}"/>
              </a:ext>
            </a:extLst>
          </p:cNvPr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新しいモデルを1本ずつ足し、残った誤差(残差)を順に埋めていく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702" name="b1">
            <a:extLst>
              <a:ext uri="{FF2B5EF4-FFF2-40B4-BE49-F238E27FC236}">
                <a16:creationId xmlns:a16="http://schemas.microsoft.com/office/drawing/2014/main" id="{1174B3BC-2CF3-A2CC-1B82-9CDD5F1832B0}"/>
              </a:ext>
            </a:extLst>
          </p:cNvPr>
          <p:cNvSpPr txBox="1"/>
          <p:nvPr/>
        </p:nvSpPr>
        <p:spPr>
          <a:xfrm>
            <a:off x="411480" y="1320800"/>
            <a:ext cx="8321040" cy="635000"/>
          </a:xfrm>
          <a:prstGeom prst="rect">
            <a:avLst/>
          </a:prstGeom>
          <a:noFill/>
        </p:spPr>
        <p:txBody>
          <a:bodyPr wrap="square" lIns="101600" tIns="50800" rIns="101600" bIns="50800" anchor="ctr">
            <a:normAutofit/>
          </a:bodyPr>
          <a:lstStyle/>
          <a:p>
            <a:pPr marL="228600" indent="-228600">
              <a:buFont typeface="Arial"/>
              <a:buChar char="–"/>
            </a:pPr>
            <a:r>
              <a:rPr lang="ja-JP" altLang="en-US" sz="1750">
                <a:solidFill>
                  <a:srgbClr val="111827"/>
                </a:solidFill>
                <a:latin typeface="UD Digi Kyokasho NK-R"/>
                <a:ea typeface="UD Digi Kyokasho NK-R"/>
              </a:rPr>
              <a:t>予測モデルを弱学習器の足し算で構成し、誤差が減る方向へ1本ずつ追加する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3" name="formula">
                <a:extLst>
                  <a:ext uri="{FF2B5EF4-FFF2-40B4-BE49-F238E27FC236}">
                    <a16:creationId xmlns:a16="http://schemas.microsoft.com/office/drawing/2014/main" id="{52420683-827A-F179-DC08-24D1B632C4DB}"/>
                  </a:ext>
                </a:extLst>
              </p:cNvPr>
              <p:cNvSpPr txBox="1"/>
              <p:nvPr/>
            </p:nvSpPr>
            <p:spPr>
              <a:xfrm>
                <a:off x="411480" y="2032000"/>
                <a:ext cx="8321040" cy="1422400"/>
              </a:xfrm>
              <a:prstGeom prst="rect">
                <a:avLst/>
              </a:prstGeom>
              <a:solidFill>
                <a:srgbClr val="F2F7F7"/>
              </a:solidFill>
              <a:ln w="12700">
                <a:solidFill>
                  <a:srgbClr val="DDE6E6"/>
                </a:solidFill>
              </a:ln>
            </p:spPr>
            <p:txBody>
              <a:bodyPr wrap="square" lIns="101600" tIns="50800" rIns="101600" bIns="50800" anchor="ctr">
                <a:norm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𝐹</m:t>
                      </m:r>
                      <m:r>
                        <a:rPr lang="en-US" altLang="ja-JP" sz="24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ₘ</m:t>
                      </m:r>
                      <m:d>
                        <m:dPr>
                          <m:ctrlPr>
                            <a:rPr lang="en-US" altLang="ja-JP" sz="24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ja-JP" sz="24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a:rPr lang="en-US" altLang="ja-JP" sz="2400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𝐹</m:t>
                      </m:r>
                      <m:r>
                        <a:rPr lang="en-US" altLang="ja-JP" sz="24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ₘ₋₁</m:t>
                      </m:r>
                      <m:d>
                        <m:dPr>
                          <m:ctrlPr>
                            <a:rPr lang="en-US" altLang="ja-JP" sz="24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ja-JP" sz="24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r>
                        <a:rPr lang="en-US" altLang="ja-JP" sz="2400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𝜈</m:t>
                      </m:r>
                      <m:r>
                        <a:rPr lang="en-US" altLang="ja-JP" sz="24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·</m:t>
                      </m:r>
                      <m:r>
                        <a:rPr lang="en-US" altLang="ja-JP" sz="2400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h</m:t>
                      </m:r>
                      <m:r>
                        <a:rPr lang="en-US" altLang="ja-JP" sz="24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ₘ</m:t>
                      </m:r>
                      <m:d>
                        <m:dPr>
                          <m:ctrlPr>
                            <a:rPr lang="en-US" altLang="ja-JP" sz="24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ja-JP" sz="2400" b="0" dirty="0">
                  <a:solidFill>
                    <a:srgbClr val="111827"/>
                  </a:solidFill>
                  <a:latin typeface="Cambria Math"/>
                  <a:ea typeface="Cambria Math"/>
                </a:endParaRPr>
              </a:p>
              <a:p>
                <a:pPr algn="ctr">
                  <a:spcBef>
                    <a:spcPts val="3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ja-JP" sz="1900" b="0" i="1" dirty="0" smtClean="0">
                        <a:solidFill>
                          <a:srgbClr val="176B87"/>
                        </a:solidFill>
                        <a:latin typeface="Cambria Math" panose="02040503050406030204" pitchFamily="18" charset="0"/>
                        <a:ea typeface="Cambria Math"/>
                      </a:rPr>
                      <m:t>h</m:t>
                    </m:r>
                    <m:r>
                      <a:rPr lang="en-US" altLang="ja-JP" sz="1900" b="0" i="0" dirty="0" smtClean="0">
                        <a:solidFill>
                          <a:srgbClr val="176B87"/>
                        </a:solidFill>
                        <a:latin typeface="Cambria Math" panose="02040503050406030204" pitchFamily="18" charset="0"/>
                        <a:ea typeface="Cambria Math"/>
                      </a:rPr>
                      <m:t>ₘ</m:t>
                    </m:r>
                  </m:oMath>
                </a14:m>
                <a:r>
                  <a:rPr lang="en-US" altLang="ja-JP" sz="1900" b="0" dirty="0">
                    <a:solidFill>
                      <a:srgbClr val="176B87"/>
                    </a:solidFill>
                    <a:latin typeface="Cambria Math"/>
                    <a:ea typeface="Cambria Math"/>
                  </a:rPr>
                  <a:t> </a:t>
                </a:r>
                <a:r>
                  <a:rPr lang="en-US" altLang="ja-JP" sz="1900" b="0" dirty="0" err="1">
                    <a:solidFill>
                      <a:srgbClr val="176B87"/>
                    </a:solidFill>
                    <a:latin typeface="Cambria Math"/>
                    <a:ea typeface="Cambria Math"/>
                  </a:rPr>
                  <a:t>は残差</a:t>
                </a:r>
                <a:r>
                  <a:rPr lang="en-US" altLang="ja-JP" sz="1900" b="0" dirty="0">
                    <a:solidFill>
                      <a:srgbClr val="176B87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900" b="0" i="1" dirty="0" smtClean="0">
                        <a:solidFill>
                          <a:srgbClr val="176B87"/>
                        </a:solidFill>
                        <a:latin typeface="Cambria Math" panose="02040503050406030204" pitchFamily="18" charset="0"/>
                        <a:ea typeface="Cambria Math"/>
                      </a:rPr>
                      <m:t>𝑦</m:t>
                    </m:r>
                    <m:r>
                      <a:rPr lang="en-US" altLang="ja-JP" sz="1900" b="0" i="0" dirty="0">
                        <a:solidFill>
                          <a:srgbClr val="176B87"/>
                        </a:solidFill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r>
                      <a:rPr lang="en-US" altLang="ja-JP" sz="1900" b="0" i="1" dirty="0">
                        <a:solidFill>
                          <a:srgbClr val="176B87"/>
                        </a:solidFill>
                        <a:latin typeface="Cambria Math" panose="02040503050406030204" pitchFamily="18" charset="0"/>
                        <a:ea typeface="Cambria Math"/>
                      </a:rPr>
                      <m:t>𝐹</m:t>
                    </m:r>
                    <m:r>
                      <a:rPr lang="en-US" altLang="ja-JP" sz="1900" b="0" i="0" dirty="0">
                        <a:solidFill>
                          <a:srgbClr val="176B87"/>
                        </a:solidFill>
                        <a:latin typeface="Cambria Math" panose="02040503050406030204" pitchFamily="18" charset="0"/>
                        <a:ea typeface="Cambria Math"/>
                      </a:rPr>
                      <m:t>ₘ₋₁</m:t>
                    </m:r>
                    <m:d>
                      <m:dPr>
                        <m:ctrlPr>
                          <a:rPr lang="en-US" altLang="ja-JP" sz="1900" b="0" i="1" dirty="0">
                            <a:solidFill>
                              <a:srgbClr val="176B8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ja-JP" sz="1900" b="0" i="1" dirty="0">
                            <a:solidFill>
                              <a:srgbClr val="176B8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ja-JP" sz="1900" b="0" dirty="0" err="1">
                    <a:solidFill>
                      <a:srgbClr val="176B87"/>
                    </a:solidFill>
                    <a:latin typeface="Cambria Math"/>
                    <a:ea typeface="Cambria Math"/>
                  </a:rPr>
                  <a:t>を予測するように学習</a:t>
                </a:r>
                <a:r>
                  <a:rPr lang="en-US" altLang="ja-JP" sz="1900" b="0" dirty="0">
                    <a:solidFill>
                      <a:srgbClr val="176B87"/>
                    </a:solidFill>
                    <a:latin typeface="Cambria Math"/>
                    <a:ea typeface="Cambria Math"/>
                  </a:rPr>
                  <a:t>(</a:t>
                </a:r>
                <a:r>
                  <a:rPr lang="en-US" altLang="ja-JP" sz="1900" b="0" dirty="0" err="1">
                    <a:solidFill>
                      <a:srgbClr val="176B87"/>
                    </a:solidFill>
                    <a:latin typeface="Cambria Math"/>
                    <a:ea typeface="Cambria Math"/>
                  </a:rPr>
                  <a:t>二乗誤差では負の勾配と一致</a:t>
                </a:r>
                <a:r>
                  <a:rPr lang="en-US" altLang="ja-JP" sz="1900" b="0" dirty="0">
                    <a:solidFill>
                      <a:srgbClr val="176B87"/>
                    </a:solidFill>
                    <a:latin typeface="Cambria Math"/>
                    <a:ea typeface="Cambria Math"/>
                  </a:rPr>
                  <a:t>)</a:t>
                </a:r>
              </a:p>
              <a:p>
                <a:pPr algn="ctr">
                  <a:spcBef>
                    <a:spcPts val="180"/>
                  </a:spcBef>
                  <a:buNone/>
                </a:pPr>
                <a:r>
                  <a:rPr lang="ja-JP" altLang="en-US" sz="1650">
                    <a:solidFill>
                      <a:srgbClr val="4B5563"/>
                    </a:solidFill>
                    <a:latin typeface="UD Digi Kyokasho NK-R"/>
                    <a:ea typeface="UD Digi Kyokasho NK-R"/>
                  </a:rPr>
                  <a:t>各ステップで損失が最も減る方向へ進む ── 関数に対する勾配降下法のイメージ</a:t>
                </a:r>
              </a:p>
            </p:txBody>
          </p:sp>
        </mc:Choice>
        <mc:Fallback>
          <p:sp>
            <p:nvSpPr>
              <p:cNvPr id="703" name="formula">
                <a:extLst>
                  <a:ext uri="{FF2B5EF4-FFF2-40B4-BE49-F238E27FC236}">
                    <a16:creationId xmlns:a16="http://schemas.microsoft.com/office/drawing/2014/main" id="{52420683-827A-F179-DC08-24D1B632C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32000"/>
                <a:ext cx="8321040" cy="1422400"/>
              </a:xfrm>
              <a:prstGeom prst="rect">
                <a:avLst/>
              </a:prstGeom>
              <a:blipFill>
                <a:blip r:embed="rId3"/>
                <a:stretch>
                  <a:fillRect r="-152"/>
                </a:stretch>
              </a:blipFill>
              <a:ln w="12700">
                <a:solidFill>
                  <a:srgbClr val="DDE6E6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b2">
                <a:extLst>
                  <a:ext uri="{FF2B5EF4-FFF2-40B4-BE49-F238E27FC236}">
                    <a16:creationId xmlns:a16="http://schemas.microsoft.com/office/drawing/2014/main" id="{7054A37F-0DFE-3004-0E4F-B7D3A6CCEFF9}"/>
                  </a:ext>
                </a:extLst>
              </p:cNvPr>
              <p:cNvSpPr txBox="1"/>
              <p:nvPr/>
            </p:nvSpPr>
            <p:spPr>
              <a:xfrm>
                <a:off x="411480" y="3632200"/>
                <a:ext cx="8321040" cy="1244600"/>
              </a:xfrm>
              <a:prstGeom prst="rect">
                <a:avLst/>
              </a:prstGeom>
              <a:noFill/>
            </p:spPr>
            <p:txBody>
              <a:bodyPr wrap="square" lIns="101600" tIns="50800" rIns="101600" bIns="50800" anchor="t">
                <a:normAutofit/>
              </a:bodyPr>
              <a:lstStyle/>
              <a:p>
                <a:pPr marL="228600" indent="-228600">
                  <a:buFont typeface="Arial"/>
                  <a:buChar char="–"/>
                </a:pPr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学習率 </a:t>
                </a:r>
                <a14:m>
                  <m:oMath xmlns:m="http://schemas.openxmlformats.org/officeDocument/2006/math">
                    <m:r>
                      <a:rPr lang="ja-JP" altLang="en-US" sz="16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d>
                      <m:dPr>
                        <m:ctrlPr>
                          <a:rPr lang="ja-JP" altLang="en-US" sz="165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650" i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ja-JP" altLang="en-US" sz="165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ja-JP" altLang="en-US" sz="1650" i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</m:oMath>
                </a14:m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は1回の補正の大きさ ── 小さくして少しずつ誤差を減らす</a:t>
                </a:r>
              </a:p>
              <a:p>
                <a:pPr marL="228600" indent="-228600">
                  <a:buFont typeface="Arial"/>
                  <a:buChar char="–"/>
                </a:pPr>
                <a14:m>
                  <m:oMath xmlns:m="http://schemas.openxmlformats.org/officeDocument/2006/math">
                    <m:r>
                      <a:rPr lang="ja-JP" altLang="en-US" sz="165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 を小さくするほど慎重に進む ── その分、弱学習器の本数を多くする必要がある</a:t>
                </a:r>
              </a:p>
              <a:p>
                <a:pPr marL="228600" indent="-228600">
                  <a:buFont typeface="Arial"/>
                  <a:buChar char="–"/>
                </a:pPr>
                <a:r>
                  <a:rPr lang="ja-JP" altLang="en-US" sz="1650">
                    <a:solidFill>
                      <a:srgbClr val="111827"/>
                    </a:solidFill>
                    <a:latin typeface="UD Digi Kyokasho NK-R"/>
                    <a:ea typeface="UD Digi Kyokasho NK-R"/>
                  </a:rPr>
                  <a:t>この式を決定木で実装したものが勾配ブースティング決定木(GBDT)</a:t>
                </a:r>
              </a:p>
            </p:txBody>
          </p:sp>
        </mc:Choice>
        <mc:Fallback>
          <p:sp>
            <p:nvSpPr>
              <p:cNvPr id="704" name="b2">
                <a:extLst>
                  <a:ext uri="{FF2B5EF4-FFF2-40B4-BE49-F238E27FC236}">
                    <a16:creationId xmlns:a16="http://schemas.microsoft.com/office/drawing/2014/main" id="{7054A37F-0DFE-3004-0E4F-B7D3A6CC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3632200"/>
                <a:ext cx="8321040" cy="1244600"/>
              </a:xfrm>
              <a:prstGeom prst="rect">
                <a:avLst/>
              </a:prstGeom>
              <a:blipFill>
                <a:blip r:embed="rId4"/>
                <a:stretch>
                  <a:fillRect l="-152" t="-20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5" name="vars">
                <a:extLst>
                  <a:ext uri="{FF2B5EF4-FFF2-40B4-BE49-F238E27FC236}">
                    <a16:creationId xmlns:a16="http://schemas.microsoft.com/office/drawing/2014/main" id="{B8E5BB44-3927-4F22-033A-65D323C01AF4}"/>
                  </a:ext>
                </a:extLst>
              </p:cNvPr>
              <p:cNvSpPr txBox="1"/>
              <p:nvPr/>
            </p:nvSpPr>
            <p:spPr>
              <a:xfrm>
                <a:off x="411480" y="5080000"/>
                <a:ext cx="8321040" cy="965200"/>
              </a:xfrm>
              <a:prstGeom prst="rect">
                <a:avLst/>
              </a:prstGeom>
              <a:noFill/>
            </p:spPr>
            <p:txBody>
              <a:bodyPr wrap="square" lIns="101600" tIns="50800" rIns="101600" bIns="50800" anchor="ctr">
                <a:normAutofit/>
              </a:bodyPr>
              <a:lstStyle/>
              <a:p>
                <a:pPr algn="l">
                  <a:buNone/>
                </a:pPr>
                <a:r>
                  <a:rPr lang="ja-JP" altLang="en-US" sz="1550" b="0">
                    <a:solidFill>
                      <a:srgbClr val="176B87"/>
                    </a:solidFill>
                    <a:latin typeface="UD Digi Kyokasho NK-R"/>
                    <a:ea typeface="UD Digi Kyokasho NK-R"/>
                  </a:rPr>
                  <a:t>記号　</a:t>
                </a:r>
                <a14:m>
                  <m:oMath xmlns:m="http://schemas.openxmlformats.org/officeDocument/2006/math">
                    <m:r>
                      <a:rPr lang="ja-JP" altLang="en-US" sz="1550" b="0" i="1" smtClean="0">
                        <a:solidFill>
                          <a:srgbClr val="176B8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1550" b="0" i="0">
                        <a:solidFill>
                          <a:srgbClr val="176B87"/>
                        </a:solidFill>
                        <a:latin typeface="Cambria Math" panose="02040503050406030204" pitchFamily="18" charset="0"/>
                      </a:rPr>
                      <m:t>ₘ</m:t>
                    </m:r>
                  </m:oMath>
                </a14:m>
                <a:r>
                  <a:rPr lang="ja-JP" altLang="en-US" sz="1550" b="0">
                    <a:solidFill>
                      <a:srgbClr val="176B87"/>
                    </a:solidFill>
                    <a:latin typeface="UD Digi Kyokasho NK-R"/>
                    <a:ea typeface="UD Digi Kyokasho NK-R"/>
                  </a:rPr>
                  <a:t>: m本目までの予測　　</a:t>
                </a:r>
                <a14:m>
                  <m:oMath xmlns:m="http://schemas.openxmlformats.org/officeDocument/2006/math">
                    <m:r>
                      <a:rPr lang="ja-JP" altLang="en-US" sz="1550" b="0" i="1" smtClean="0">
                        <a:solidFill>
                          <a:srgbClr val="176B87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ja-JP" altLang="en-US" sz="1550" b="0" i="0">
                        <a:solidFill>
                          <a:srgbClr val="176B87"/>
                        </a:solidFill>
                        <a:latin typeface="Cambria Math" panose="02040503050406030204" pitchFamily="18" charset="0"/>
                      </a:rPr>
                      <m:t>ₘ:</m:t>
                    </m:r>
                    <m:r>
                      <a:rPr lang="ja-JP" altLang="en-US" sz="1550" b="0" i="1">
                        <a:solidFill>
                          <a:srgbClr val="176B8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1550" b="0">
                    <a:solidFill>
                      <a:srgbClr val="176B87"/>
                    </a:solidFill>
                    <a:latin typeface="UD Digi Kyokasho NK-R"/>
                    <a:ea typeface="UD Digi Kyokasho NK-R"/>
                  </a:rPr>
                  <a:t>本目の弱学習器(補正)　　</a:t>
                </a:r>
                <a14:m>
                  <m:oMath xmlns:m="http://schemas.openxmlformats.org/officeDocument/2006/math">
                    <m:r>
                      <a:rPr lang="ja-JP" altLang="en-US" sz="1550" b="0" i="1" smtClean="0">
                        <a:solidFill>
                          <a:srgbClr val="176B87"/>
                        </a:solidFill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ja-JP" altLang="en-US" sz="1550" b="0">
                    <a:solidFill>
                      <a:srgbClr val="176B87"/>
                    </a:solidFill>
                    <a:latin typeface="UD Digi Kyokasho NK-R"/>
                    <a:ea typeface="UD Digi Kyokasho NK-R"/>
                  </a:rPr>
                  <a:t>: 学習率　　</a:t>
                </a:r>
                <a14:m>
                  <m:oMath xmlns:m="http://schemas.openxmlformats.org/officeDocument/2006/math">
                    <m:r>
                      <a:rPr lang="ja-JP" altLang="en-US" sz="1550" b="0" i="1" smtClean="0">
                        <a:solidFill>
                          <a:srgbClr val="176B8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1550" b="0">
                    <a:solidFill>
                      <a:srgbClr val="176B87"/>
                    </a:solidFill>
                    <a:latin typeface="UD Digi Kyokasho NK-R"/>
                    <a:ea typeface="UD Digi Kyokasho NK-R"/>
                  </a:rPr>
                  <a:t>: 目的変数</a:t>
                </a:r>
              </a:p>
            </p:txBody>
          </p:sp>
        </mc:Choice>
        <mc:Fallback>
          <p:sp>
            <p:nvSpPr>
              <p:cNvPr id="705" name="vars">
                <a:extLst>
                  <a:ext uri="{FF2B5EF4-FFF2-40B4-BE49-F238E27FC236}">
                    <a16:creationId xmlns:a16="http://schemas.microsoft.com/office/drawing/2014/main" id="{B8E5BB44-3927-4F22-033A-65D323C01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080000"/>
                <a:ext cx="8321040" cy="965200"/>
              </a:xfrm>
              <a:prstGeom prst="rect">
                <a:avLst/>
              </a:prstGeom>
              <a:blipFill>
                <a:blip r:embed="rId5"/>
                <a:stretch>
                  <a:fillRect l="-3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7917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ブースティングの例</a:t>
            </a:r>
            <a:r>
              <a:rPr lang="en-US" altLang="ja-JP" sz="320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</a:t>
            </a:r>
            <a:r>
              <a:rPr lang="ja-JP" altLang="en-US" sz="320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勾配ブースティング</a:t>
            </a:r>
            <a:r>
              <a:rPr lang="en-US" altLang="ja-JP" sz="320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)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706" name="message"/>
          <p:cNvSpPr txBox="1"/>
          <p:nvPr/>
        </p:nvSpPr>
        <p:spPr>
          <a:xfrm>
            <a:off x="164423" y="689569"/>
            <a:ext cx="8841702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浅い決定木を小さな学習率で数百本積み上げる ── 高精度だが過学習に注意</a:t>
            </a:r>
          </a:p>
        </p:txBody>
      </p:sp>
      <p:sp>
        <p:nvSpPr>
          <p:cNvPr id="707" name="body"/>
          <p:cNvSpPr txBox="1"/>
          <p:nvPr/>
        </p:nvSpPr>
        <p:spPr>
          <a:xfrm>
            <a:off x="1" y="1320800"/>
            <a:ext cx="9144000" cy="36134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弱学習器には浅い決定木を使うのが標準(1本では大まかな予測しかできない)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学習率を小さく・本数を多くするほど、誤差を丁寧に減らせて汎化しやすい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前の結果に依存して順番に学習するため、バギングのような並列学習は難しい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残差を追い続ける仕組み上、外れ値・ノイズまで学習しやすい(過学習)</a:t>
            </a:r>
          </a:p>
          <a:p>
            <a:pPr marL="6858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対策:木の深さの制限・学習率を下げる・早期打ち切り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　　　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(検証誤差が悪化したら停止)</a:t>
            </a:r>
          </a:p>
        </p:txBody>
      </p:sp>
      <p:sp>
        <p:nvSpPr>
          <p:cNvPr id="708" name="concl"/>
          <p:cNvSpPr txBox="1"/>
          <p:nvPr/>
        </p:nvSpPr>
        <p:spPr>
          <a:xfrm>
            <a:off x="65500" y="5376077"/>
            <a:ext cx="9012999" cy="900000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代表的な実装は XGBoost・LightGBM ── 表形式データで最有力の手法の1つ</a:t>
            </a:r>
          </a:p>
        </p:txBody>
      </p:sp>
      <p:sp>
        <p:nvSpPr>
          <p:cNvPr id="716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14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7127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16D30B-61AB-2444-9332-64AFC753488F}"/>
              </a:ext>
            </a:extLst>
          </p:cNvPr>
          <p:cNvSpPr txBox="1"/>
          <p:nvPr/>
        </p:nvSpPr>
        <p:spPr>
          <a:xfrm>
            <a:off x="365760" y="127000"/>
            <a:ext cx="841248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 vs ブースティング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3AAB90-8517-C24F-8550-136D765A3EE7}"/>
              </a:ext>
            </a:extLst>
          </p:cNvPr>
          <p:cNvSpPr txBox="1"/>
          <p:nvPr/>
        </p:nvSpPr>
        <p:spPr>
          <a:xfrm>
            <a:off x="411480" y="720090"/>
            <a:ext cx="8321040" cy="4000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「ばらつき」を減らすか「ずれ」を減らすか ── 性質が対照的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CAE2FD-B883-B94F-A948-C50052AD73E4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sz="100">
              <a:solidFill>
                <a:srgbClr val="FFFFFF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2D44BD66-8288-7F4A-A759-9FE7B5267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3038"/>
              </p:ext>
            </p:extLst>
          </p:nvPr>
        </p:nvGraphicFramePr>
        <p:xfrm>
          <a:off x="411480" y="1422400"/>
          <a:ext cx="8321040" cy="4518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864115531"/>
                    </a:ext>
                  </a:extLst>
                </a:gridCol>
                <a:gridCol w="2890520">
                  <a:extLst>
                    <a:ext uri="{9D8B030D-6E8A-4147-A177-3AD203B41FA5}">
                      <a16:colId xmlns:a16="http://schemas.microsoft.com/office/drawing/2014/main" val="2732784768"/>
                    </a:ext>
                  </a:extLst>
                </a:gridCol>
                <a:gridCol w="2890520">
                  <a:extLst>
                    <a:ext uri="{9D8B030D-6E8A-4147-A177-3AD203B41FA5}">
                      <a16:colId xmlns:a16="http://schemas.microsoft.com/office/drawing/2014/main" val="204783753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観点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バギング</a:t>
                      </a:r>
                      <a:br>
                        <a:rPr lang="en-US" altLang="ja-JP" sz="2000" b="0" dirty="0">
                          <a:solidFill>
                            <a:srgbClr val="000000"/>
                          </a:solidFill>
                        </a:rPr>
                      </a:br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(例:ランダムフォレスト)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ブースティング</a:t>
                      </a:r>
                      <a:br>
                        <a:rPr lang="en-US" altLang="ja-JP" sz="2000" b="0" dirty="0">
                          <a:solidFill>
                            <a:srgbClr val="000000"/>
                          </a:solidFill>
                        </a:rPr>
                      </a:br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(例:勾配ブースティング)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42961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学習器の構成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並列・相互に独立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逐次・直前の結果に依存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93351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主に減らす誤差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バリアンス</a:t>
                      </a:r>
                      <a:br>
                        <a:rPr lang="en-US" altLang="ja-JP" sz="2000" b="0" dirty="0">
                          <a:solidFill>
                            <a:srgbClr val="000000"/>
                          </a:solidFill>
                        </a:rPr>
                      </a:br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(予測のばらつき)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バイアス(系統的なずれ)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54748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組み合わせるモデル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深い木</a:t>
                      </a:r>
                      <a:br>
                        <a:rPr lang="en-US" altLang="ja-JP" sz="2000" b="0" dirty="0">
                          <a:solidFill>
                            <a:srgbClr val="000000"/>
                          </a:solidFill>
                        </a:rPr>
                      </a:br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(複雑・1本でも高精度)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浅い木(単純)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39564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外れ値・ノイズ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比較的頑健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敏感(過学習しやすい)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0924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並列計算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容易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原理的に逐次で困難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6017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調整する主な設定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木の本数・</a:t>
                      </a:r>
                      <a:br>
                        <a:rPr lang="en-US" altLang="ja-JP" sz="2000" b="0" dirty="0">
                          <a:solidFill>
                            <a:srgbClr val="000000"/>
                          </a:solidFill>
                        </a:rPr>
                      </a:br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特徴量サンプリング率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学習率・木の本数・</a:t>
                      </a:r>
                      <a:br>
                        <a:rPr lang="en-US" altLang="ja-JP" sz="2000" b="0" dirty="0">
                          <a:solidFill>
                            <a:srgbClr val="000000"/>
                          </a:solidFill>
                        </a:rPr>
                      </a:br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木の深さ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945459"/>
                  </a:ext>
                </a:extLst>
              </a:tr>
            </a:tbl>
          </a:graphicData>
        </a:graphic>
      </p:graphicFrame>
      <p:sp>
        <p:nvSpPr>
          <p:cNvPr id="717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15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0387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B039-2C66-6116-A08E-CF510DD5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B042D1B3-BCFF-E6F6-E9D7-9E6870258EB8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本日の流れ</a:t>
            </a:r>
          </a:p>
        </p:txBody>
      </p:sp>
      <p:sp>
        <p:nvSpPr>
          <p:cNvPr id="21" name="message">
            <a:extLst>
              <a:ext uri="{FF2B5EF4-FFF2-40B4-BE49-F238E27FC236}">
                <a16:creationId xmlns:a16="http://schemas.microsoft.com/office/drawing/2014/main" id="{4EAD09EC-0913-534B-DD94-F5CC60597CEC}"/>
              </a:ext>
            </a:extLst>
          </p:cNvPr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前半はモデルの組み合わせ方、後半はデータの整え方を扱う</a:t>
            </a:r>
          </a:p>
        </p:txBody>
      </p:sp>
      <p:sp>
        <p:nvSpPr>
          <p:cNvPr id="22" name="divider">
            <a:extLst>
              <a:ext uri="{FF2B5EF4-FFF2-40B4-BE49-F238E27FC236}">
                <a16:creationId xmlns:a16="http://schemas.microsoft.com/office/drawing/2014/main" id="{7CF17E9A-6B49-2ABD-E721-E75A13062372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>
            <a:extLst>
              <a:ext uri="{FF2B5EF4-FFF2-40B4-BE49-F238E27FC236}">
                <a16:creationId xmlns:a16="http://schemas.microsoft.com/office/drawing/2014/main" id="{DDEB401E-71B2-47A1-317B-B98729B2EB9C}"/>
              </a:ext>
            </a:extLst>
          </p:cNvPr>
          <p:cNvSpPr txBox="1"/>
          <p:nvPr/>
        </p:nvSpPr>
        <p:spPr>
          <a:xfrm>
            <a:off x="411480" y="1320799"/>
            <a:ext cx="8321040" cy="4193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複数の学習器を組み合わせる考え方</a:t>
            </a:r>
            <a:endParaRPr lang="en-US" altLang="ja-JP" sz="2000" b="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ja-JP" altLang="en-US" sz="2000" b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 ── データを復元抽出して並列に学習するアンサンブル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誤りを順に補正していくアンサンブル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── カテゴリ変数を0/1の列に変換する前処理</a:t>
            </a: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欠損の起こり方と対処法</a:t>
            </a:r>
          </a:p>
        </p:txBody>
      </p:sp>
      <p:sp>
        <p:nvSpPr>
          <p:cNvPr id="90" name="pagenum">
            <a:extLst>
              <a:ext uri="{FF2B5EF4-FFF2-40B4-BE49-F238E27FC236}">
                <a16:creationId xmlns:a16="http://schemas.microsoft.com/office/drawing/2014/main" id="{F64568AB-ECE7-FA6F-CB3B-8B138A654C42}"/>
              </a:ext>
            </a:extLst>
          </p:cNvPr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16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3223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とは</a:t>
            </a: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文字のカテゴリに、存在しない大小関係を持ち込まないための変換</a:t>
            </a: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ody"/>
          <p:cNvSpPr txBox="1"/>
          <p:nvPr/>
        </p:nvSpPr>
        <p:spPr>
          <a:xfrm>
            <a:off x="411480" y="1320800"/>
            <a:ext cx="8321040" cy="39327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機械学習モデルの入力は数値のみ ──「色 = 赤」のような文字はそのまま使えない</a:t>
            </a:r>
          </a:p>
          <a:p>
            <a:pPr marL="6858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カテゴリ変数:「色」「性別」「乗船港」のように、種類(カテゴリ)を表す変数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encoding:カテゴリ変数を数値へ変換する代表的な前処理</a:t>
            </a:r>
          </a:p>
          <a:p>
            <a:pPr marL="6858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K種類のカテゴリを K本の0/1の列に変換し、該当する列だけ1にする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単純に整数を割り当てる(赤=0、青=1、緑=2)と「赤&lt;青&lt;緑」という大小関係が生まれる</a:t>
            </a:r>
          </a:p>
          <a:p>
            <a:pPr marL="6858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数値の大小や距離を使うモデル(線形回帰など)が誤って学習してしまう</a:t>
            </a:r>
          </a:p>
        </p:txBody>
      </p:sp>
      <p:sp>
        <p:nvSpPr>
          <p:cNvPr id="24" name="concl"/>
          <p:cNvSpPr txBox="1"/>
          <p:nvPr/>
        </p:nvSpPr>
        <p:spPr>
          <a:xfrm>
            <a:off x="411480" y="5378173"/>
            <a:ext cx="8321040" cy="900000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順序のないカテゴリはOne-hot、順序あり(低・中・高)は順序を保つ変換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17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28254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B3D69583-8021-154A-B598-22BEFB604741}"/>
              </a:ext>
            </a:extLst>
          </p:cNvPr>
          <p:cNvGraphicFramePr>
            <a:graphicFrameLocks noGrp="1"/>
          </p:cNvGraphicFramePr>
          <p:nvPr/>
        </p:nvGraphicFramePr>
        <p:xfrm>
          <a:off x="508001" y="1293778"/>
          <a:ext cx="5080000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83617505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00492960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753156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53665872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元の変数「色」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色_赤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色_青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色_緑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14563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赤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8229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青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033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緑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42014"/>
                  </a:ext>
                </a:extLst>
              </a:tr>
            </a:tbl>
          </a:graphicData>
        </a:graphic>
      </p:graphicFrame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の留意点</a:t>
            </a: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列の作りすぎに注意 ── 基本は1列減らす、種類が多すぎる場合は別の方法</a:t>
            </a: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tablecap"/>
          <p:cNvSpPr txBox="1"/>
          <p:nvPr/>
        </p:nvSpPr>
        <p:spPr>
          <a:xfrm>
            <a:off x="6096000" y="1450000"/>
            <a:ext cx="2636520" cy="1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marL="0" indent="0"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具体例:「色」</a:t>
            </a:r>
          </a:p>
          <a:p>
            <a:pPr marL="0" indent="0"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(赤・青・緑)</a:t>
            </a:r>
          </a:p>
          <a:p>
            <a:pPr marL="0" indent="0"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該当する列だけ1、</a:t>
            </a:r>
          </a:p>
          <a:p>
            <a:pPr marL="0" indent="0"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他は0とする</a:t>
            </a:r>
          </a:p>
        </p:txBody>
      </p:sp>
      <p:sp>
        <p:nvSpPr>
          <p:cNvPr id="24" name="body"/>
          <p:cNvSpPr txBox="1"/>
          <p:nvPr/>
        </p:nvSpPr>
        <p:spPr>
          <a:xfrm>
            <a:off x="411480" y="3230000"/>
            <a:ext cx="8321040" cy="2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28600" indent="-228600" algn="l">
              <a:spcBef>
                <a:spcPts val="0"/>
              </a:spcBef>
              <a:buFont typeface="Arial"/>
              <a:buChar char="–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ダミー変数トラップ:K列すべて使うと、列同士が完全に連動(足すと必ず1)</a:t>
            </a:r>
          </a:p>
          <a:p>
            <a:pPr marL="571500" indent="-228600" algn="l">
              <a:spcBef>
                <a:spcPts val="600"/>
              </a:spcBef>
              <a:buFont typeface="Arial"/>
              <a:buChar char="–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線形回帰などで計算が不安定になる → 1列除いてK−1列にするのが基本(drop_first)</a:t>
            </a:r>
          </a:p>
          <a:p>
            <a:pPr marL="571500" indent="-228600" algn="l">
              <a:spcBef>
                <a:spcPts val="600"/>
              </a:spcBef>
              <a:buFont typeface="Arial"/>
              <a:buChar char="–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決定木系のモデル(ランダムフォレスト等)ではK列のままでも可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–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カテゴリの種類が非常に多い場合:列数が増えすぎて学習が非効率</a:t>
            </a:r>
          </a:p>
          <a:p>
            <a:pPr marL="571500" indent="-228600" algn="l">
              <a:spcBef>
                <a:spcPts val="600"/>
              </a:spcBef>
              <a:buFont typeface="Arial"/>
              <a:buChar char="–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出現頻度で置き換える・まれなカテゴリをまとめる等で対処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18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4683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6630-CEC4-F6D3-BBEB-A525704E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20022B64-F785-6EA0-AF14-7194F00A69A4}"/>
              </a:ext>
            </a:extLst>
          </p:cNvPr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本日の流れ</a:t>
            </a:r>
          </a:p>
        </p:txBody>
      </p:sp>
      <p:sp>
        <p:nvSpPr>
          <p:cNvPr id="21" name="message">
            <a:extLst>
              <a:ext uri="{FF2B5EF4-FFF2-40B4-BE49-F238E27FC236}">
                <a16:creationId xmlns:a16="http://schemas.microsoft.com/office/drawing/2014/main" id="{E597487E-EB18-F7A9-533A-CBBF738E1F2A}"/>
              </a:ext>
            </a:extLst>
          </p:cNvPr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前半はモデルの組み合わせ方、後半はデータの整え方を扱う</a:t>
            </a:r>
          </a:p>
        </p:txBody>
      </p:sp>
      <p:sp>
        <p:nvSpPr>
          <p:cNvPr id="22" name="divider">
            <a:extLst>
              <a:ext uri="{FF2B5EF4-FFF2-40B4-BE49-F238E27FC236}">
                <a16:creationId xmlns:a16="http://schemas.microsoft.com/office/drawing/2014/main" id="{FFDDBA15-EED5-8A2E-843D-C9FFF2827460}"/>
              </a:ext>
            </a:extLst>
          </p:cNvPr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>
            <a:extLst>
              <a:ext uri="{FF2B5EF4-FFF2-40B4-BE49-F238E27FC236}">
                <a16:creationId xmlns:a16="http://schemas.microsoft.com/office/drawing/2014/main" id="{35D98FE1-9CD5-3BBA-0F04-5678B45D5B2B}"/>
              </a:ext>
            </a:extLst>
          </p:cNvPr>
          <p:cNvSpPr txBox="1"/>
          <p:nvPr/>
        </p:nvSpPr>
        <p:spPr>
          <a:xfrm>
            <a:off x="411480" y="1320799"/>
            <a:ext cx="8321040" cy="4193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複数の学習器を組み合わせる考え方</a:t>
            </a:r>
            <a:endParaRPr lang="en-US" altLang="ja-JP" sz="2000" b="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ja-JP" altLang="en-US" sz="2000" b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 ── データを復元抽出して並列に学習するアンサンブル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</a:t>
            </a: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</a:t>
            </a:r>
            <a:r>
              <a:rPr lang="en-US" altLang="ja-JP" sz="2000" b="0" dirty="0" err="1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誤りを順に補正していくアンサンブル</a:t>
            </a:r>
            <a:endParaRPr lang="en-US" altLang="ja-JP" sz="2000" dirty="0">
              <a:solidFill>
                <a:schemeClr val="bg1">
                  <a:lumMod val="75000"/>
                </a:schemeClr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>
                <a:solidFill>
                  <a:schemeClr val="bg1">
                    <a:lumMod val="75000"/>
                  </a:schemeClr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 ── カテゴリ変数を0/1の列に変換する前処理</a:t>
            </a:r>
          </a:p>
          <a:p>
            <a:pPr marL="457200" indent="-457200" algn="l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altLang="ja-JP" sz="2000" b="0" dirty="0" err="1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── 欠損の起こり方と対処法</a:t>
            </a:r>
          </a:p>
        </p:txBody>
      </p:sp>
      <p:sp>
        <p:nvSpPr>
          <p:cNvPr id="90" name="pagenum">
            <a:extLst>
              <a:ext uri="{FF2B5EF4-FFF2-40B4-BE49-F238E27FC236}">
                <a16:creationId xmlns:a16="http://schemas.microsoft.com/office/drawing/2014/main" id="{66AC2876-CF88-445F-399C-66F0A7251FFF}"/>
              </a:ext>
            </a:extLst>
          </p:cNvPr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19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0318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7089747-DB2E-114F-B27D-6E17A1EDA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446088"/>
              </p:ext>
            </p:extLst>
          </p:nvPr>
        </p:nvGraphicFramePr>
        <p:xfrm>
          <a:off x="406400" y="3429000"/>
          <a:ext cx="8331200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6913100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635560462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40972671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62953707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欠損機序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欠ける原因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典型例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標準的対処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40997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MCAR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偶然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偶発的な機器不調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削除で対処可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60646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MAR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他の観測値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高齢ほど未回答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多重代入で補完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75813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MNAR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欠けた値自体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高収入ほど未回答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>
                          <a:solidFill>
                            <a:srgbClr val="000000"/>
                          </a:solidFill>
                        </a:rPr>
                        <a:t>扱いが難しい</a:t>
                      </a:r>
                      <a:endParaRPr lang="ja-JP" altLang="en-US" sz="2000" b="0">
                        <a:solidFill>
                          <a:srgbClr val="0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042228"/>
                  </a:ext>
                </a:extLst>
              </a:tr>
            </a:tbl>
          </a:graphicData>
        </a:graphic>
      </p:graphicFrame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欠損値とは何か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本来あるはずの観測値が空欄になった状態。欠けた理由で適切な対処が変わる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ody"/>
          <p:cNvSpPr txBox="1"/>
          <p:nvPr/>
        </p:nvSpPr>
        <p:spPr>
          <a:xfrm>
            <a:off x="411480" y="1320800"/>
            <a:ext cx="8321040" cy="1955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28600" indent="-228600" algn="l">
              <a:spcBef>
                <a:spcPts val="0"/>
              </a:spcBef>
              <a:buFont typeface="Arial"/>
              <a:buChar char="–"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</a:t>
            </a:r>
            <a:r>
              <a:rPr lang="en-US" altLang="ja-JP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未回答・未測定・記録失敗などで値を観測できていない状態</a:t>
            </a:r>
          </a:p>
          <a:p>
            <a:pPr marL="228600" indent="-228600" algn="l">
              <a:spcBef>
                <a:spcPts val="0"/>
              </a:spcBef>
              <a:buFont typeface="Arial"/>
              <a:buChar char="–"/>
            </a:pPr>
            <a:endParaRPr lang="ja-JP" altLang="en-US" sz="2000" b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228600" indent="-228600" algn="l">
              <a:spcBef>
                <a:spcPts val="0"/>
              </a:spcBef>
              <a:buFont typeface="Arial"/>
              <a:buChar char="–"/>
            </a:pPr>
            <a:r>
              <a:rPr lang="en-US" altLang="ja-JP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MCAR: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他の値と無関係に偶然欠ける（機器の一時的な不調）</a:t>
            </a:r>
          </a:p>
          <a:p>
            <a:pPr marL="228600" indent="-228600" algn="l">
              <a:spcBef>
                <a:spcPts val="0"/>
              </a:spcBef>
              <a:buFont typeface="Arial"/>
              <a:buChar char="–"/>
            </a:pPr>
            <a:r>
              <a:rPr lang="en-US" altLang="ja-JP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MAR: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観測済みの別の値で欠けやすさが変わる（高齢ほど未回答）</a:t>
            </a:r>
          </a:p>
          <a:p>
            <a:pPr marL="228600" indent="-228600" algn="l">
              <a:spcBef>
                <a:spcPts val="0"/>
              </a:spcBef>
              <a:buFont typeface="Arial"/>
              <a:buChar char="–"/>
            </a:pPr>
            <a:r>
              <a:rPr lang="en-US" altLang="ja-JP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MNAR: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欠けた値自体が原因に関係する（高収入ほど収入を答えない）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5" name="note"/>
          <p:cNvSpPr txBox="1"/>
          <p:nvPr/>
        </p:nvSpPr>
        <p:spPr>
          <a:xfrm>
            <a:off x="411480" y="5689600"/>
            <a:ext cx="8321040" cy="4114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18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※ Rubin(1976)による分類。どの対処法が妥当かはこのタイプに依存する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20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13311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欠損値処理の方法と特徴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「何で埋めるか」が方法ごとに違う ── 説明と式のイメージで整理する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ja-JP" altLang="en-US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21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08" name="表 2">
                <a:extLst>
                  <a:ext uri="{FF2B5EF4-FFF2-40B4-BE49-F238E27FC236}">
                    <a16:creationId xmlns:a16="http://schemas.microsoft.com/office/drawing/2014/main" id="{27089747-DB2E-114F-B27D-6E17A1EDAF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9933276"/>
                  </p:ext>
                </p:extLst>
              </p:nvPr>
            </p:nvGraphicFramePr>
            <p:xfrm>
              <a:off x="396000" y="1475999"/>
              <a:ext cx="8315999" cy="399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5999">
                      <a:extLst>
                        <a:ext uri="{9D8B030D-6E8A-4147-A177-3AD203B41FA5}">
                          <a16:colId xmlns:a16="http://schemas.microsoft.com/office/drawing/2014/main" val="2869131006"/>
                        </a:ext>
                      </a:extLst>
                    </a:gridCol>
                    <a:gridCol w="4392000">
                      <a:extLst>
                        <a:ext uri="{9D8B030D-6E8A-4147-A177-3AD203B41FA5}">
                          <a16:colId xmlns:a16="http://schemas.microsoft.com/office/drawing/2014/main" val="1635560462"/>
                        </a:ext>
                      </a:extLst>
                    </a:gridCol>
                    <a:gridCol w="2268000">
                      <a:extLst>
                        <a:ext uri="{9D8B030D-6E8A-4147-A177-3AD203B41FA5}">
                          <a16:colId xmlns:a16="http://schemas.microsoft.com/office/drawing/2014/main" val="4097267148"/>
                        </a:ext>
                      </a:extLst>
                    </a:gridCol>
                  </a:tblGrid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800" b="0">
                              <a:solidFill>
                                <a:srgbClr val="000000"/>
                              </a:solidFill>
                            </a:rPr>
                            <a:t>方法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800" b="0">
                              <a:solidFill>
                                <a:srgbClr val="000000"/>
                              </a:solidFill>
                            </a:rPr>
                            <a:t>説明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800" b="0">
                              <a:solidFill>
                                <a:srgbClr val="000000"/>
                              </a:solidFill>
                            </a:rPr>
                            <a:t>式のイメージ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5409970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削除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欠損を含む行を取り除く ── 簡単だがデータ数が減る(MCAR向き)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n 行 → n − m 行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4606466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単一代入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中央値・平均・最頻値で1回だけ埋める ── 分布や相関が痩せることがある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ja-JP" altLang="en-US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ja-JP" altLang="en-US" sz="1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ja-JP" altLang="en-US" sz="1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𝑚𝑒𝑑𝑖𝑎𝑛</m:t>
                                </m:r>
                                <m:d>
                                  <m:dPr>
                                    <m:ctrlPr>
                                      <a:rPr lang="ja-JP" altLang="en-US" sz="16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16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ja-JP" altLang="en-US" sz="2000" b="0" i="1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8758139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KNN補完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特徴量が近い k 件(近傍)の平均で埋める ── 実装は次スライド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ja-JP" alt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ja-JP" altLang="en-US" sz="1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ja-JP" altLang="en-US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</m:oMath>
                          </a14:m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(近傍 k 件)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7042228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反復補完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欠損列を他の列で回帰予測し、補完と再推定を繰り返す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ja-JP" alt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ja-JP" alt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ja-JP" altLang="en-US" sz="1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ja-JP" altLang="en-US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(他の列)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9488023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多重代入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乱数を変えた補完を複数回行い、結果を統合して不確実さを反映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補完を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回 → 統合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5589344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モデル内処理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XGBoost・LightGBM は分岐時に欠損の進む方向を学習 ── 補完不要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NaN のまま入力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11553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08" name="表 2">
                <a:extLst>
                  <a:ext uri="{FF2B5EF4-FFF2-40B4-BE49-F238E27FC236}">
                    <a16:creationId xmlns:a16="http://schemas.microsoft.com/office/drawing/2014/main" id="{27089747-DB2E-114F-B27D-6E17A1EDAF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9933276"/>
                  </p:ext>
                </p:extLst>
              </p:nvPr>
            </p:nvGraphicFramePr>
            <p:xfrm>
              <a:off x="396000" y="1475999"/>
              <a:ext cx="8315999" cy="399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5999">
                      <a:extLst>
                        <a:ext uri="{9D8B030D-6E8A-4147-A177-3AD203B41FA5}">
                          <a16:colId xmlns:a16="http://schemas.microsoft.com/office/drawing/2014/main" val="2869131006"/>
                        </a:ext>
                      </a:extLst>
                    </a:gridCol>
                    <a:gridCol w="4392000">
                      <a:extLst>
                        <a:ext uri="{9D8B030D-6E8A-4147-A177-3AD203B41FA5}">
                          <a16:colId xmlns:a16="http://schemas.microsoft.com/office/drawing/2014/main" val="1635560462"/>
                        </a:ext>
                      </a:extLst>
                    </a:gridCol>
                    <a:gridCol w="2268000">
                      <a:extLst>
                        <a:ext uri="{9D8B030D-6E8A-4147-A177-3AD203B41FA5}">
                          <a16:colId xmlns:a16="http://schemas.microsoft.com/office/drawing/2014/main" val="4097267148"/>
                        </a:ext>
                      </a:extLst>
                    </a:gridCol>
                  </a:tblGrid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800" b="0">
                              <a:solidFill>
                                <a:srgbClr val="000000"/>
                              </a:solidFill>
                            </a:rPr>
                            <a:t>方法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800" b="0">
                              <a:solidFill>
                                <a:srgbClr val="000000"/>
                              </a:solidFill>
                            </a:rPr>
                            <a:t>説明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800" b="0">
                              <a:solidFill>
                                <a:srgbClr val="000000"/>
                              </a:solidFill>
                            </a:rPr>
                            <a:t>式のイメージ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54099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削除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欠損を含む行を取り除く ── 簡単だがデータ数が減る(MCAR向き)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n 行 → n − m 行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460646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単一代入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中央値・平均・最頻値で1回だけ埋める ── 分布や相関が痩せることがある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6480" t="-195556" r="-1117" b="-4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875813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KNN補完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特徴量が近い k 件(近傍)の平均で埋める ── 実装は次スライド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6480" t="-289130" r="-1117" b="-3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704222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反復補完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欠損列を他の列で回帰予測し、補完と再推定を繰り返す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6480" t="-389130" r="-1117" b="-2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948802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多重代入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乱数を変えた補完を複数回行い、結果を統合して不確実さを反映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6480" t="-500000" r="-1117" b="-11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558934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モデル内処理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XGBoost・LightGBM は分岐時に欠損の進む方向を学習 ── 補完不要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1600" b="0">
                              <a:solidFill>
                                <a:srgbClr val="000000"/>
                              </a:solidFill>
                            </a:rPr>
                            <a:t>NaN のまま入力</a:t>
                          </a:r>
                          <a:endParaRPr lang="ja-JP" altLang="en-US" sz="2000" b="0">
                            <a:solidFill>
                              <a:srgbClr val="000000"/>
                            </a:solidFill>
                            <a:latin typeface="UD Digi Kyokasho NK-R" panose="02020400000000000000" pitchFamily="18" charset="-128"/>
                            <a:ea typeface="UD Digi Kyokasho NK-R" panose="02020400000000000000" pitchFamily="18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11553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63347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KNN補完 ── 似たサンプルの値で補う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850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特徴量が近い k 件の平均で補完 ── 列同士の関係を使えるが計算量が増える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/>
          <p:cNvSpPr txBox="1"/>
          <p:nvPr/>
        </p:nvSpPr>
        <p:spPr>
          <a:xfrm>
            <a:off x="411480" y="1320800"/>
            <a:ext cx="8321040" cy="635000"/>
          </a:xfrm>
          <a:prstGeom prst="rect">
            <a:avLst/>
          </a:prstGeom>
          <a:noFill/>
        </p:spPr>
        <p:txBody>
          <a:bodyPr wrap="square" lIns="101600" tIns="50800" rIns="101600" bIns="50800" anchor="t">
            <a:normAutofit/>
          </a:bodyPr>
          <a:lstStyle/>
          <a:p>
            <a:pPr marL="228600" indent="-228600" algn="l">
              <a:buFont typeface="Arial"/>
              <a:buChar char="–"/>
            </a:pPr>
            <a:r>
              <a:rPr lang="en-US" altLang="ja-JP" sz="1700" dirty="0">
                <a:solidFill>
                  <a:srgbClr val="111827"/>
                </a:solidFill>
                <a:latin typeface="UD Digi Kyokasho NK-R"/>
                <a:ea typeface="UD Digi Kyokasho NK-R"/>
              </a:rPr>
              <a:t># 距離を使うため、事前のスケーリングが基本</a:t>
            </a:r>
          </a:p>
          <a:p>
            <a:pPr marL="228600" indent="-228600" algn="l">
              <a:buFont typeface="Arial"/>
              <a:buChar char="–"/>
            </a:pPr>
            <a:r>
              <a:rPr lang="en-US" altLang="ja-JP" sz="1700" dirty="0" err="1">
                <a:solidFill>
                  <a:srgbClr val="111827"/>
                </a:solidFill>
                <a:latin typeface="UD Digi Kyokasho NK-R"/>
                <a:ea typeface="UD Digi Kyokasho NK-R"/>
              </a:rPr>
              <a:t>from sklearn.impute import KNNImputer</a:t>
            </a:r>
          </a:p>
        </p:txBody>
      </p:sp>
      <p:sp>
        <p:nvSpPr>
          <p:cNvPr id="24" name="formula"/>
          <p:cNvSpPr txBox="1">
            <a:spLocks/>
          </p:cNvSpPr>
          <p:nvPr/>
        </p:nvSpPr>
        <p:spPr>
          <a:xfrm>
            <a:off x="411480" y="2006600"/>
            <a:ext cx="8321040" cy="1371600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101600" tIns="50800" rIns="101600" bIns="50800" anchor="ctr">
            <a:normAutofit/>
          </a:bodyPr>
          <a:lstStyle/>
          <a:p>
            <a:pPr algn="ctr">
              <a:buNone/>
            </a:pP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imp = </a:t>
            </a: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KNNImputer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(</a:t>
            </a: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n_neighbors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=5)</a:t>
            </a:r>
          </a:p>
          <a:p>
            <a:pPr algn="ctr">
              <a:buNone/>
            </a:pP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X_train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[cols] = </a:t>
            </a: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imp.fit_transform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(</a:t>
            </a: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X_train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[cols])</a:t>
            </a:r>
          </a:p>
          <a:p>
            <a:pPr algn="ctr">
              <a:buNone/>
            </a:pP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X_valid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[cols] = </a:t>
            </a: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imp.transform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(</a:t>
            </a:r>
            <a:r>
              <a:rPr lang="en-US" altLang="ja-JP" sz="2200" b="0" dirty="0" err="1">
                <a:solidFill>
                  <a:srgbClr val="111827"/>
                </a:solidFill>
                <a:latin typeface="Cambria Math"/>
                <a:ea typeface="Cambria Math"/>
              </a:rPr>
              <a:t>X_valid</a:t>
            </a:r>
            <a:r>
              <a:rPr lang="en-US" altLang="ja-JP" sz="2200" b="0" dirty="0">
                <a:solidFill>
                  <a:srgbClr val="111827"/>
                </a:solidFill>
                <a:latin typeface="Cambria Math"/>
                <a:ea typeface="Cambria Math"/>
              </a:rPr>
              <a:t>[cols])</a:t>
            </a:r>
          </a:p>
        </p:txBody>
      </p:sp>
      <p:sp>
        <p:nvSpPr>
          <p:cNvPr id="25" name="b2"/>
          <p:cNvSpPr txBox="1"/>
          <p:nvPr/>
        </p:nvSpPr>
        <p:spPr>
          <a:xfrm>
            <a:off x="411480" y="3530600"/>
            <a:ext cx="8321040" cy="762000"/>
          </a:xfrm>
          <a:prstGeom prst="rect">
            <a:avLst/>
          </a:prstGeom>
          <a:noFill/>
        </p:spPr>
        <p:txBody>
          <a:bodyPr wrap="square" lIns="101600" tIns="50800" rIns="101600" bIns="50800" anchor="ctr">
            <a:normAutofit/>
          </a:bodyPr>
          <a:lstStyle/>
          <a:p>
            <a:pPr algn="ctr">
              <a:buNone/>
            </a:pPr>
            <a:r>
              <a:rPr lang="en" altLang="ja-JP" sz="1650" b="0" dirty="0" err="1">
                <a:solidFill>
                  <a:srgbClr val="176B87"/>
                </a:solidFill>
                <a:latin typeface="UD Digi Kyokasho NK-R"/>
                <a:ea typeface="UD Digi Kyokasho NK-R"/>
              </a:rPr>
              <a:t>特徴</a:t>
            </a:r>
            <a:r>
              <a:rPr lang="en" altLang="ja-JP" sz="1650" b="0" dirty="0">
                <a:solidFill>
                  <a:srgbClr val="176B87"/>
                </a:solidFill>
                <a:latin typeface="UD Digi Kyokasho NK-R"/>
                <a:ea typeface="UD Digi Kyokasho NK-R"/>
              </a:rPr>
              <a:t>: </a:t>
            </a:r>
            <a:r>
              <a:rPr lang="en" altLang="ja-JP" sz="1650" b="0" dirty="0" err="1">
                <a:solidFill>
                  <a:srgbClr val="176B87"/>
                </a:solidFill>
                <a:latin typeface="UD Digi Kyokasho NK-R"/>
                <a:ea typeface="UD Digi Kyokasho NK-R"/>
              </a:rPr>
              <a:t>他の列の値が近い</a:t>
            </a:r>
            <a:r>
              <a:rPr lang="en" altLang="ja-JP" sz="1650" b="0" dirty="0">
                <a:solidFill>
                  <a:srgbClr val="176B87"/>
                </a:solidFill>
                <a:latin typeface="UD Digi Kyokasho NK-R"/>
                <a:ea typeface="UD Digi Kyokasho NK-R"/>
              </a:rPr>
              <a:t> k </a:t>
            </a:r>
            <a:r>
              <a:rPr lang="en" altLang="ja-JP" sz="1650" b="0" dirty="0" err="1">
                <a:solidFill>
                  <a:srgbClr val="176B87"/>
                </a:solidFill>
                <a:latin typeface="UD Digi Kyokasho NK-R"/>
                <a:ea typeface="UD Digi Kyokasho NK-R"/>
              </a:rPr>
              <a:t>件</a:t>
            </a:r>
            <a:r>
              <a:rPr lang="en" altLang="ja-JP" sz="1650" b="0" dirty="0">
                <a:solidFill>
                  <a:srgbClr val="176B87"/>
                </a:solidFill>
                <a:latin typeface="UD Digi Kyokasho NK-R"/>
                <a:ea typeface="UD Digi Kyokasho NK-R"/>
              </a:rPr>
              <a:t>(</a:t>
            </a:r>
            <a:r>
              <a:rPr lang="en" altLang="ja-JP" sz="1650" b="0" dirty="0" err="1">
                <a:solidFill>
                  <a:srgbClr val="176B87"/>
                </a:solidFill>
                <a:latin typeface="UD Digi Kyokasho NK-R"/>
                <a:ea typeface="UD Digi Kyokasho NK-R"/>
              </a:rPr>
              <a:t>近傍</a:t>
            </a:r>
            <a:r>
              <a:rPr lang="en" altLang="ja-JP" sz="1650" b="0" dirty="0">
                <a:solidFill>
                  <a:srgbClr val="176B87"/>
                </a:solidFill>
                <a:latin typeface="UD Digi Kyokasho NK-R"/>
                <a:ea typeface="UD Digi Kyokasho NK-R"/>
              </a:rPr>
              <a:t>)</a:t>
            </a:r>
            <a:r>
              <a:rPr lang="en" altLang="ja-JP" sz="1650" b="0" dirty="0" err="1">
                <a:solidFill>
                  <a:srgbClr val="176B87"/>
                </a:solidFill>
                <a:latin typeface="UD Digi Kyokasho NK-R"/>
                <a:ea typeface="UD Digi Kyokasho NK-R"/>
              </a:rPr>
              <a:t>の平均で埋めるため</a:t>
            </a:r>
            <a:r>
              <a:rPr lang="en" altLang="ja-JP" sz="1650" b="0" dirty="0">
                <a:solidFill>
                  <a:srgbClr val="176B87"/>
                </a:solidFill>
                <a:latin typeface="UD Digi Kyokasho NK-R"/>
                <a:ea typeface="UD Digi Kyokasho NK-R"/>
              </a:rPr>
              <a:t>、</a:t>
            </a:r>
            <a:br>
              <a:rPr lang="en" altLang="ja-JP" sz="1650" b="0" dirty="0">
                <a:solidFill>
                  <a:srgbClr val="176B87"/>
                </a:solidFill>
                <a:latin typeface="UD Digi Kyokasho NK-R"/>
                <a:ea typeface="UD Digi Kyokasho NK-R"/>
              </a:rPr>
            </a:br>
            <a:r>
              <a:rPr lang="en" altLang="ja-JP" sz="1650" b="0" dirty="0" err="1">
                <a:solidFill>
                  <a:srgbClr val="176B87"/>
                </a:solidFill>
                <a:latin typeface="UD Digi Kyokasho NK-R"/>
                <a:ea typeface="UD Digi Kyokasho NK-R"/>
              </a:rPr>
              <a:t>一括の中央値補完より自然な値になりやすい</a:t>
            </a:r>
            <a:endParaRPr lang="ja-JP" altLang="en-US" sz="1650">
              <a:solidFill>
                <a:srgbClr val="111827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26" name="vars"/>
          <p:cNvSpPr txBox="1"/>
          <p:nvPr/>
        </p:nvSpPr>
        <p:spPr>
          <a:xfrm>
            <a:off x="200297" y="5689600"/>
            <a:ext cx="8532223" cy="431800"/>
          </a:xfrm>
          <a:prstGeom prst="rect">
            <a:avLst/>
          </a:prstGeom>
          <a:noFill/>
        </p:spPr>
        <p:txBody>
          <a:bodyPr wrap="square" lIns="101600" tIns="50800" rIns="101600" bIns="50800" anchor="t">
            <a:normAutofit/>
          </a:bodyPr>
          <a:lstStyle/>
          <a:p>
            <a:pPr algn="l">
              <a:buNone/>
            </a:pPr>
            <a:r>
              <a:rPr lang="ja-JP" altLang="en-US" sz="1750" b="0">
                <a:solidFill>
                  <a:srgbClr val="111827"/>
                </a:solidFill>
                <a:latin typeface="UD Digi Kyokasho NK-R"/>
                <a:ea typeface="UD Digi Kyokasho NK-R"/>
              </a:rPr>
              <a:t>注意 ── データが大きいと近傍探索が重い　｜　fit は学習データだけ(情報漏洩の防止)</a:t>
            </a:r>
            <a:endParaRPr lang="ja-JP" altLang="en-US" sz="1450">
              <a:solidFill>
                <a:srgbClr val="4B5563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2" name="pagenum">
            <a:extLst>
              <a:ext uri="{FF2B5EF4-FFF2-40B4-BE49-F238E27FC236}">
                <a16:creationId xmlns:a16="http://schemas.microsoft.com/office/drawing/2014/main" id="{16D21DEE-B568-1742-9277-DA52F4491A07}"/>
              </a:ext>
            </a:extLst>
          </p:cNvPr>
          <p:cNvSpPr txBox="1"/>
          <p:nvPr/>
        </p:nvSpPr>
        <p:spPr>
          <a:xfrm>
            <a:off x="7899996" y="6470002"/>
            <a:ext cx="1099997" cy="24999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ja-JP" sz="1300">
                <a:solidFill>
                  <a:srgbClr val="000000"/>
                </a:solidFill>
                <a:latin typeface="UD Digi Kyokasho NK-R"/>
                <a:ea typeface="UD Digi Kyokasho NK-R"/>
              </a:rPr>
              <a:t>22</a:t>
            </a:r>
            <a:endParaRPr lang="ja-JP" altLang="en-US" sz="130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32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反復補完・多重代入 ── 他の列から予測して補う</a:t>
            </a:r>
            <a:endParaRPr lang="en-US" altLang="ja-JP" sz="32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850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欠損列を目的変数にした回帰を繰り返す ── 多重代入は補完を複数回行い統合する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1"/>
          <p:cNvSpPr txBox="1"/>
          <p:nvPr/>
        </p:nvSpPr>
        <p:spPr>
          <a:xfrm>
            <a:off x="411480" y="1320800"/>
            <a:ext cx="8321040" cy="635000"/>
          </a:xfrm>
          <a:prstGeom prst="rect">
            <a:avLst/>
          </a:prstGeom>
          <a:noFill/>
        </p:spPr>
        <p:txBody>
          <a:bodyPr wrap="square" lIns="101600" tIns="50800" rIns="101600" bIns="50800" anchor="t">
            <a:normAutofit/>
          </a:bodyPr>
          <a:lstStyle/>
          <a:p>
            <a:pPr marL="228600" indent="-228600" algn="l">
              <a:buFont typeface="Arial"/>
              <a:buChar char="–"/>
            </a:pPr>
            <a:r>
              <a:rPr lang="en-US" altLang="ja-JP" sz="1700" dirty="0">
                <a:solidFill>
                  <a:srgbClr val="111827"/>
                </a:solidFill>
                <a:latin typeface="UD Digi Kyokasho NK-R"/>
                <a:ea typeface="UD Digi Kyokasho NK-R"/>
              </a:rPr>
              <a:t>from sklearn.experimental import enable_iterative_imputer</a:t>
            </a:r>
          </a:p>
          <a:p>
            <a:pPr marL="228600" indent="-228600" algn="l">
              <a:buFont typeface="Arial"/>
              <a:buChar char="–"/>
            </a:pPr>
            <a:r>
              <a:rPr lang="en-US" altLang="ja-JP" sz="1700" dirty="0" err="1">
                <a:solidFill>
                  <a:srgbClr val="111827"/>
                </a:solidFill>
                <a:latin typeface="UD Digi Kyokasho NK-R"/>
                <a:ea typeface="UD Digi Kyokasho NK-R"/>
              </a:rPr>
              <a:t>from sklearn.impute import IterativeImputer</a:t>
            </a:r>
          </a:p>
        </p:txBody>
      </p:sp>
      <p:sp>
        <p:nvSpPr>
          <p:cNvPr id="24" name="formula"/>
          <p:cNvSpPr txBox="1">
            <a:spLocks/>
          </p:cNvSpPr>
          <p:nvPr/>
        </p:nvSpPr>
        <p:spPr>
          <a:xfrm>
            <a:off x="411480" y="2006600"/>
            <a:ext cx="8321040" cy="1371600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101600" tIns="50800" rIns="101600" bIns="50800" anchor="ctr">
            <a:normAutofit/>
          </a:bodyPr>
          <a:lstStyle/>
          <a:p>
            <a:pPr algn="ctr">
              <a:buNone/>
            </a:pPr>
            <a:r>
              <a:rPr lang="en-US" altLang="ja-JP" sz="2200" b="0">
                <a:solidFill>
                  <a:srgbClr val="111827"/>
                </a:solidFill>
                <a:latin typeface="Cambria Math"/>
                <a:ea typeface="Cambria Math"/>
              </a:rPr>
              <a:t>imp = IterativeImputer(max_iter=10, random_state=0)</a:t>
            </a:r>
          </a:p>
          <a:p>
            <a:pPr algn="ctr">
              <a:buNone/>
            </a:pPr>
            <a:r>
              <a:rPr lang="en-US" altLang="ja-JP" sz="2200" b="0">
                <a:solidFill>
                  <a:srgbClr val="111827"/>
                </a:solidFill>
                <a:latin typeface="Cambria Math"/>
                <a:ea typeface="Cambria Math"/>
              </a:rPr>
              <a:t>X_train[cols] = imp.fit_transform(X_train[cols])</a:t>
            </a:r>
          </a:p>
        </p:txBody>
      </p:sp>
      <p:sp>
        <p:nvSpPr>
          <p:cNvPr id="25" name="b2"/>
          <p:cNvSpPr txBox="1"/>
          <p:nvPr/>
        </p:nvSpPr>
        <p:spPr>
          <a:xfrm>
            <a:off x="411480" y="3735977"/>
            <a:ext cx="8321041" cy="635000"/>
          </a:xfrm>
          <a:prstGeom prst="rect">
            <a:avLst/>
          </a:prstGeom>
          <a:noFill/>
        </p:spPr>
        <p:txBody>
          <a:bodyPr wrap="square" lIns="101600" tIns="50800" rIns="101600" bIns="50800" anchor="ctr">
            <a:normAutofit/>
          </a:bodyPr>
          <a:lstStyle/>
          <a:p>
            <a:pPr algn="ctr">
              <a:buNone/>
            </a:pPr>
            <a:r>
              <a:rPr lang="en" altLang="ja-JP" sz="2000" b="0" dirty="0" err="1">
                <a:latin typeface="UD Digi Kyokasho NK-R"/>
                <a:ea typeface="UD Digi Kyokasho NK-R"/>
              </a:rPr>
              <a:t>特徴</a:t>
            </a:r>
            <a:r>
              <a:rPr lang="en" altLang="ja-JP" sz="2000" b="0" dirty="0">
                <a:latin typeface="UD Digi Kyokasho NK-R"/>
                <a:ea typeface="UD Digi Kyokasho NK-R"/>
              </a:rPr>
              <a:t>: </a:t>
            </a:r>
            <a:r>
              <a:rPr lang="en" altLang="ja-JP" sz="2000" b="0" dirty="0" err="1">
                <a:latin typeface="UD Digi Kyokasho NK-R"/>
                <a:ea typeface="UD Digi Kyokasho NK-R"/>
              </a:rPr>
              <a:t>列間の相関を最大限使える</a:t>
            </a:r>
            <a:r>
              <a:rPr lang="en" altLang="ja-JP" sz="2000" b="0" dirty="0">
                <a:latin typeface="UD Digi Kyokasho NK-R"/>
                <a:ea typeface="UD Digi Kyokasho NK-R"/>
              </a:rPr>
              <a:t> </a:t>
            </a:r>
            <a:endParaRPr lang="ja-JP" altLang="en-US" sz="2000">
              <a:latin typeface="UD Digi Kyokasho NK-R"/>
              <a:ea typeface="UD Digi Kyokasho NK-R"/>
            </a:endParaRPr>
          </a:p>
        </p:txBody>
      </p:sp>
      <p:sp>
        <p:nvSpPr>
          <p:cNvPr id="26" name="vars"/>
          <p:cNvSpPr txBox="1"/>
          <p:nvPr/>
        </p:nvSpPr>
        <p:spPr>
          <a:xfrm>
            <a:off x="34834" y="5791898"/>
            <a:ext cx="9074331" cy="533400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101600" tIns="50800" rIns="101600" bIns="50800" anchor="ctr">
            <a:normAutofit fontScale="85000" lnSpcReduction="10000"/>
          </a:bodyPr>
          <a:lstStyle>
            <a:defPPr>
              <a:defRPr lang="en-US"/>
            </a:defPPr>
            <a:lvl1pPr algn="ctr">
              <a:buNone/>
              <a:defRPr sz="2200" b="0">
                <a:solidFill>
                  <a:srgbClr val="111827"/>
                </a:solidFill>
                <a:latin typeface="Cambria Math"/>
                <a:ea typeface="Cambria Math"/>
              </a:defRPr>
            </a:lvl1pPr>
          </a:lstStyle>
          <a:p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多重代入は sample_posterior=True で複数回補完し結果を統合　｜　計算量は大きい</a:t>
            </a:r>
          </a:p>
        </p:txBody>
      </p:sp>
      <p:sp>
        <p:nvSpPr>
          <p:cNvPr id="2" name="pagenum">
            <a:extLst>
              <a:ext uri="{FF2B5EF4-FFF2-40B4-BE49-F238E27FC236}">
                <a16:creationId xmlns:a16="http://schemas.microsoft.com/office/drawing/2014/main" id="{16D21DEE-B568-1742-9277-DA52F4491A07}"/>
              </a:ext>
            </a:extLst>
          </p:cNvPr>
          <p:cNvSpPr txBox="1"/>
          <p:nvPr/>
        </p:nvSpPr>
        <p:spPr>
          <a:xfrm>
            <a:off x="7899996" y="6470002"/>
            <a:ext cx="1099997" cy="24999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ja-JP" sz="1300">
                <a:solidFill>
                  <a:srgbClr val="000000"/>
                </a:solidFill>
                <a:latin typeface="UD Digi Kyokasho NK-R"/>
                <a:ea typeface="UD Digi Kyokasho NK-R"/>
              </a:rPr>
              <a:t>23</a:t>
            </a:r>
            <a:endParaRPr lang="ja-JP" altLang="en-US" sz="1300">
              <a:solidFill>
                <a:srgbClr val="000000"/>
              </a:solidFill>
              <a:latin typeface="UD Digi Kyokasho NK-R"/>
              <a:ea typeface="UD Digi Kyokasho NK-R"/>
            </a:endParaRPr>
          </a:p>
        </p:txBody>
      </p:sp>
      <p:sp>
        <p:nvSpPr>
          <p:cNvPr id="3" name="下矢印 2">
            <a:extLst>
              <a:ext uri="{FF2B5EF4-FFF2-40B4-BE49-F238E27FC236}">
                <a16:creationId xmlns:a16="http://schemas.microsoft.com/office/drawing/2014/main" id="{8C140413-FC54-2520-5DB5-4C629B9A50C0}"/>
              </a:ext>
            </a:extLst>
          </p:cNvPr>
          <p:cNvSpPr/>
          <p:nvPr/>
        </p:nvSpPr>
        <p:spPr>
          <a:xfrm>
            <a:off x="3879668" y="4449780"/>
            <a:ext cx="1384663" cy="24399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77401C-2D43-AB70-0EAE-B918E798E2D2}"/>
              </a:ext>
            </a:extLst>
          </p:cNvPr>
          <p:cNvSpPr txBox="1"/>
          <p:nvPr/>
        </p:nvSpPr>
        <p:spPr>
          <a:xfrm>
            <a:off x="1435824" y="4817326"/>
            <a:ext cx="6272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2000" b="0" dirty="0">
                <a:latin typeface="UD Digi Kyokasho NK-R"/>
                <a:ea typeface="UD Digi Kyokasho NK-R"/>
              </a:rPr>
              <a:t>MAR(</a:t>
            </a:r>
            <a:r>
              <a:rPr lang="en" altLang="ja-JP" sz="2000" b="0" dirty="0" err="1">
                <a:latin typeface="UD Digi Kyokasho NK-R"/>
                <a:ea typeface="UD Digi Kyokasho NK-R"/>
              </a:rPr>
              <a:t>他の観測値に依存する欠損</a:t>
            </a:r>
            <a:r>
              <a:rPr lang="en" altLang="ja-JP" sz="2000" b="0" dirty="0">
                <a:latin typeface="UD Digi Kyokasho NK-R"/>
                <a:ea typeface="UD Digi Kyokasho NK-R"/>
              </a:rPr>
              <a:t>)</a:t>
            </a:r>
            <a:r>
              <a:rPr lang="en" altLang="ja-JP" sz="2000" b="0" dirty="0" err="1">
                <a:latin typeface="UD Digi Kyokasho NK-R"/>
                <a:ea typeface="UD Digi Kyokasho NK-R"/>
              </a:rPr>
              <a:t>への標準的な方法</a:t>
            </a:r>
            <a:endParaRPr lang="ja-JP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365760" y="152400"/>
            <a:ext cx="8412480" cy="533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32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まとめ</a:t>
            </a:r>
          </a:p>
        </p:txBody>
      </p:sp>
      <p:sp>
        <p:nvSpPr>
          <p:cNvPr id="21" name="message"/>
          <p:cNvSpPr txBox="1"/>
          <p:nvPr/>
        </p:nvSpPr>
        <p:spPr>
          <a:xfrm>
            <a:off x="411480" y="720000"/>
            <a:ext cx="832104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前半はモデルの組み合わせ方、後半はデータの整え方を学んだ</a:t>
            </a:r>
          </a:p>
        </p:txBody>
      </p:sp>
      <p:sp>
        <p:nvSpPr>
          <p:cNvPr id="22" name="divider"/>
          <p:cNvSpPr/>
          <p:nvPr/>
        </p:nvSpPr>
        <p:spPr>
          <a:xfrm>
            <a:off x="411480" y="1168400"/>
            <a:ext cx="8321040" cy="1905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FFFFFF"/>
              </a:solidFill>
            </a:endParaRPr>
          </a:p>
        </p:txBody>
      </p:sp>
      <p:sp>
        <p:nvSpPr>
          <p:cNvPr id="23" name="body"/>
          <p:cNvSpPr txBox="1"/>
          <p:nvPr/>
        </p:nvSpPr>
        <p:spPr>
          <a:xfrm>
            <a:off x="411480" y="1320800"/>
            <a:ext cx="8732520" cy="3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アンサンブル学習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複数モデルの学習順序と統合方法を設計する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ja-JP" altLang="en-US" sz="2000" b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バギング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復元抽出した標本で並列学習し、平均・多数決でばらつきを抑える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ja-JP" altLang="en-US" sz="2000" b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ブースティング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前の誤りを重視して逐次学習し、重み付きで統合する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ja-JP" altLang="en-US" sz="2000" b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One-hot encoding: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順序のないカテゴリを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0/1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列へ変換する</a:t>
            </a:r>
            <a:b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endParaRPr lang="ja-JP" altLang="en-US" sz="2000" b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欠損値処理</a:t>
            </a: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: </a:t>
            </a:r>
            <a:r>
              <a:rPr lang="ja-JP" altLang="en-US" sz="20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欠損の理由を考え、削除・補完・モデル内処理を選ぶ</a:t>
            </a:r>
            <a:endParaRPr lang="en-US" altLang="ja-JP" sz="20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4" name="conclusion"/>
          <p:cNvSpPr txBox="1"/>
          <p:nvPr/>
        </p:nvSpPr>
        <p:spPr>
          <a:xfrm>
            <a:off x="411480" y="5300000"/>
            <a:ext cx="8321040" cy="900000"/>
          </a:xfrm>
          <a:prstGeom prst="rect">
            <a:avLst/>
          </a:prstGeom>
          <a:solidFill>
            <a:srgbClr val="F2F7F7"/>
          </a:solidFill>
          <a:ln w="12700">
            <a:solidFill>
              <a:srgbClr val="DDE6E6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altLang="ja-JP" sz="2000" b="0" dirty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いずれも、モデルが力を発揮できるようデータと予測のしくみを整える道具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7900000" y="6470000"/>
            <a:ext cx="1100000" cy="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ja-JP" sz="1300" b="0">
                <a:solidFill>
                  <a:srgbClr val="0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24</a:t>
            </a:r>
            <a:endParaRPr lang="en-US" altLang="ja-JP" sz="1300" b="0" dirty="0">
              <a:solidFill>
                <a:srgbClr val="0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9595533"/>
      </p:ext>
    </p:extLst>
  </p:cSld>
  <p:clrMapOvr>
    <a:masterClrMapping/>
  </p:clrMapOvr>
</p:sld>
</file>

<file path=ppt/theme/theme1.xml><?xml version="1.0" encoding="utf-8"?>
<a:theme xmlns:a="http://schemas.openxmlformats.org/drawingml/2006/main" name="MIシンプル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Iシンプル" id="{3C339E98-46DB-1040-A490-1DEAE16F97CA}" vid="{0482C0D4-B65D-D44B-B41B-92F39E567D12}"/>
    </a:ext>
  </a:extLst>
</a:theme>
</file>

<file path=ppt/theme/theme2.xml><?xml version="1.0" encoding="utf-8"?>
<a:theme xmlns:a="http://schemas.openxmlformats.org/drawingml/2006/main" name="1_MIシンプル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Iシンプル" id="{3C339E98-46DB-1040-A490-1DEAE16F97CA}" vid="{0482C0D4-B65D-D44B-B41B-92F39E567D12}"/>
    </a:ext>
  </a:extLst>
</a:theme>
</file>

<file path=ppt/theme/theme3.xml><?xml version="1.0" encoding="utf-8"?>
<a:theme xmlns:a="http://schemas.openxmlformats.org/drawingml/2006/main" name="2_MIシンプル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Iシンプル" id="{3C339E98-46DB-1040-A490-1DEAE16F97CA}" vid="{0482C0D4-B65D-D44B-B41B-92F39E567D12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68C423C-055A-CC4E-977B-17522B9A8841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ea1b57d0-310a-4a39-b1da-a4869d6cf86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A432949-B697-E544-AAED-C75A0688D13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9ef6bd0a-98c0-43d1-b9b6-ff9ee46fb15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MIシンプル</Template>
  <TotalTime>2228</TotalTime>
  <Words>1983</Words>
  <Application>Microsoft Macintosh PowerPoint</Application>
  <PresentationFormat>画面に合わせる (4:3)</PresentationFormat>
  <Paragraphs>291</Paragraphs>
  <Slides>24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24</vt:i4>
      </vt:variant>
    </vt:vector>
  </HeadingPairs>
  <TitlesOfParts>
    <vt:vector size="34" baseType="lpstr">
      <vt:lpstr>BIZ UDGothic</vt:lpstr>
      <vt:lpstr>MS PGothic</vt:lpstr>
      <vt:lpstr>UD Digi Kyokasho NK-R</vt:lpstr>
      <vt:lpstr>游ゴシック</vt:lpstr>
      <vt:lpstr>Arial</vt:lpstr>
      <vt:lpstr>Cambria Math</vt:lpstr>
      <vt:lpstr>Wingdings</vt:lpstr>
      <vt:lpstr>MIシンプル</vt:lpstr>
      <vt:lpstr>1_MIシンプル</vt:lpstr>
      <vt:lpstr>2_MIシンプル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 Shuichi</dc:creator>
  <cp:lastModifiedBy>Tani Shuichi</cp:lastModifiedBy>
  <cp:revision>2</cp:revision>
  <dcterms:created xsi:type="dcterms:W3CDTF">2026-07-09T03:05:39Z</dcterms:created>
  <dcterms:modified xsi:type="dcterms:W3CDTF">2026-07-13T08:45:18Z</dcterms:modified>
</cp:coreProperties>
</file>
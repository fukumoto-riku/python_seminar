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58"/>
  </p:normalViewPr>
  <p:slideViewPr>
    <p:cSldViewPr snapToGrid="0" showGuides="1">
      <p:cViewPr varScale="1">
        <p:scale>
          <a:sx n="116" d="100"/>
          <a:sy n="116" d="100"/>
        </p:scale>
        <p:origin x="92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1C3091-ADED-8584-8D27-C868E93158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23C36FD-B538-90BB-D5FD-5D7BF6F3D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4646EC-B2A0-3C02-2BEF-8911ACDA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DC08A16-5199-79FC-AE0B-40C6EC9FE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1B6912-3DA6-F938-32C7-599593AA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706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18D1B2-476B-CC89-75DC-A7499EDF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C1E7DD-B4CF-689C-6FE3-9F28B89C4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301DE7-DC3E-232B-0A40-6E9BFB8B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AAC62F-A679-7AFF-E203-FC8F69A2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7B907B-A010-0A3B-285F-B8F458BA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314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FB783F-6CA0-D851-66A1-D7F99DA19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EEAC5B0-6D47-99C4-6234-4E532A0E3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1EAC7B-95EB-6C14-FD78-4EAFF8B1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5AC56E-95B1-EC06-C738-6C781BCC0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5F0343-01D5-9FC5-6988-7ACDDC678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017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FC165C-4D3F-6202-063D-43A4BA38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3CACBC6-6D20-00AD-554D-9FE64B775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EA0DD8-16EB-E773-DDB0-3D27EDDD8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9B1D61E-5AB3-C6A7-269E-61DD97EF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8AA617-EE80-F5B5-2FDF-F7D3CEAD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24A4CB-54A7-7ECC-9F58-D90B61DA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306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99E47E-7945-B65F-2895-DB4C88140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9DC0BD-ECB7-6AA4-E51B-0A66509EA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53D4608-4859-A36B-C574-904533A19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3C75BAC-AE43-1002-4AAA-9E7209CED3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19E6BDA-80FF-0C59-F827-5524B85DE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1A031C-2E54-2657-FA6E-6C03EF06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3658970-6F9F-E440-AA0C-88835CA9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DDFF935-BD86-BB41-F1C7-26B72BB7D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408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EE35B7-600F-C7E5-05A3-2CB95363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CDBBC54-972D-3439-E4E3-E96C44EF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6F4CE92-DE61-C35D-8636-1D7E5620F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88D901E-FB1B-F697-400D-358CB573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38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5281CFC-C0DC-040D-1860-8480EB39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768CDF9-9A3C-45CB-E187-36A60E665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656610-03F7-CED2-763C-B69935FE3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36AD7-7361-672B-6563-62CFB14EB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5920EE-FF3E-F2EC-587F-7B4D0D844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373E4C-0338-A282-A46B-C68140C02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17491F-F785-9FD4-2835-C872D4139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A751CB-E565-5711-0CBD-2AD68A64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487C8C-0D32-FC48-6CA6-39A90F64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654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5E4609-9C21-997D-1C02-8EDC4A401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A11609B-B3E7-BB48-375A-16433EFB7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2F0AC4-DC91-9343-DEEE-F227CCA6E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81BB01-5D13-8410-D994-80C9F9F99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188145-F3C7-2B48-A327-18A753696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85D0D7-A14E-A6AB-09D6-E193BC2D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1298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B0A3C2-FF06-B15C-3A13-6F5820B3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46B806-E8E8-FFFA-1095-F0357A72A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FBEFB9-E606-A84D-AF56-8148F4A26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3D5982-6977-9DE4-A8C7-5F5EC4A9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5C7A2D-944E-BC82-8A52-F7AC8A6E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62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CB930C7-B72E-2AE4-91DC-EF49323D0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C0DCFAC-5973-2552-E8EA-8C924E6F5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3DF10E-31D4-BD0A-4533-91ACD3C0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03B037-211D-805C-63FE-A6F6A59A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59BE45-444E-8E4D-4647-51D217BA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93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D226EB9-863E-A6F8-53FE-6FA5A574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D2845A9-9748-0CB6-FBE4-67D3E592C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3A9E86-2781-9BD5-548E-1C653A1C6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C0612-7E56-5E44-8D24-2E0729F3361D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9A8EED-22D2-B461-EC64-00DE1B667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C3E3BD-4B68-EEA8-8330-E73A496D7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3302E-59AE-6442-9BEA-7DD088D0E2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3562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488486-4B2C-F83D-F535-BCE489DE2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第八回</a:t>
            </a:r>
            <a:r>
              <a:rPr kumimoji="1" lang="en-US" altLang="ja-JP" dirty="0"/>
              <a:t>Python</a:t>
            </a:r>
            <a:r>
              <a:rPr kumimoji="1" lang="ja-JP" altLang="en-US"/>
              <a:t>セミナー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6EF5311-87A6-D018-2862-B99006CE6F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タイタニック号の生存者予測</a:t>
            </a:r>
          </a:p>
        </p:txBody>
      </p:sp>
    </p:spTree>
    <p:extLst>
      <p:ext uri="{BB962C8B-B14F-4D97-AF65-F5344CB8AC3E}">
        <p14:creationId xmlns:p14="http://schemas.microsoft.com/office/powerpoint/2010/main" val="1802140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105F8EB-312A-2542-4B69-D3DF5A1B9474}"/>
              </a:ext>
            </a:extLst>
          </p:cNvPr>
          <p:cNvSpPr txBox="1"/>
          <p:nvPr/>
        </p:nvSpPr>
        <p:spPr>
          <a:xfrm>
            <a:off x="1850834" y="727113"/>
            <a:ext cx="6186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手順</a:t>
            </a:r>
            <a:endParaRPr kumimoji="1" lang="en-US" altLang="ja-JP" dirty="0"/>
          </a:p>
          <a:p>
            <a:r>
              <a:rPr lang="ja-JP" altLang="en-US"/>
              <a:t>・</a:t>
            </a:r>
            <a:r>
              <a:rPr lang="en-US" altLang="ja-JP" dirty="0" err="1"/>
              <a:t>test_titanic.csv</a:t>
            </a:r>
            <a:r>
              <a:rPr lang="ja-JP" altLang="en-US"/>
              <a:t>、</a:t>
            </a:r>
            <a:r>
              <a:rPr lang="en-US" altLang="ja-JP" dirty="0"/>
              <a:t> </a:t>
            </a:r>
            <a:r>
              <a:rPr lang="en-US" altLang="ja-JP" dirty="0" err="1"/>
              <a:t>submission.csv</a:t>
            </a:r>
            <a:r>
              <a:rPr lang="ja-JP" altLang="en-US"/>
              <a:t>をフォルダに入れる</a:t>
            </a:r>
            <a:endParaRPr lang="en-US" altLang="ja-JP" dirty="0"/>
          </a:p>
          <a:p>
            <a:br>
              <a:rPr kumimoji="1" lang="en-US" altLang="ja-JP" dirty="0"/>
            </a:br>
            <a:r>
              <a:rPr kumimoji="1" lang="ja-JP" altLang="en-US"/>
              <a:t>・配布したコードをジュピターノートブックに入れ、実行</a:t>
            </a:r>
          </a:p>
        </p:txBody>
      </p:sp>
    </p:spTree>
    <p:extLst>
      <p:ext uri="{BB962C8B-B14F-4D97-AF65-F5344CB8AC3E}">
        <p14:creationId xmlns:p14="http://schemas.microsoft.com/office/powerpoint/2010/main" val="2550790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69FE1B7B-A870-8118-7785-C4A7B345F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32" y="0"/>
            <a:ext cx="6609030" cy="685800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A46C25C-67C7-ECD2-45AB-F216E9812929}"/>
              </a:ext>
            </a:extLst>
          </p:cNvPr>
          <p:cNvSpPr/>
          <p:nvPr/>
        </p:nvSpPr>
        <p:spPr>
          <a:xfrm>
            <a:off x="2521527" y="8977745"/>
            <a:ext cx="1122218" cy="3695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提出</a:t>
            </a:r>
            <a:r>
              <a:rPr lang="en-US" altLang="ja-JP" dirty="0">
                <a:solidFill>
                  <a:sysClr val="windowText" lastClr="000000"/>
                </a:solidFill>
              </a:rPr>
              <a:t>.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csv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E08C099-4770-2F9A-616E-99A763608F43}"/>
              </a:ext>
            </a:extLst>
          </p:cNvPr>
          <p:cNvSpPr/>
          <p:nvPr/>
        </p:nvSpPr>
        <p:spPr>
          <a:xfrm>
            <a:off x="2701635" y="8451273"/>
            <a:ext cx="1842655" cy="3695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ysClr val="windowText" lastClr="000000"/>
                </a:solidFill>
              </a:rPr>
              <a:t>正解データ</a:t>
            </a:r>
            <a:r>
              <a:rPr lang="en-US" altLang="ja-JP" dirty="0">
                <a:solidFill>
                  <a:sysClr val="windowText" lastClr="000000"/>
                </a:solidFill>
              </a:rPr>
              <a:t>.</a:t>
            </a:r>
            <a:r>
              <a:rPr kumimoji="1" lang="en-US" altLang="ja-JP" dirty="0">
                <a:solidFill>
                  <a:sysClr val="windowText" lastClr="000000"/>
                </a:solidFill>
              </a:rPr>
              <a:t>csv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3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40</Words>
  <Application>Microsoft Macintosh PowerPoint</Application>
  <PresentationFormat>ワイド画面</PresentationFormat>
  <Paragraphs>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第八回Pythonセミナー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Tamura Eito</dc:creator>
  <cp:lastModifiedBy>Tamura Eito</cp:lastModifiedBy>
  <cp:revision>6</cp:revision>
  <dcterms:created xsi:type="dcterms:W3CDTF">2026-07-14T07:01:15Z</dcterms:created>
  <dcterms:modified xsi:type="dcterms:W3CDTF">2026-07-15T04:19:16Z</dcterms:modified>
</cp:coreProperties>
</file>
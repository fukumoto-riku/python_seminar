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63"/>
  </p:normalViewPr>
  <p:slideViewPr>
    <p:cSldViewPr snapToGrid="0" showGuides="1">
      <p:cViewPr varScale="1">
        <p:scale>
          <a:sx n="71" d="100"/>
          <a:sy n="71" d="100"/>
        </p:scale>
        <p:origin x="200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1E394-C240-AF65-551C-3AA5BF3B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4B787B3-7760-CF71-08B7-2BC1C8FA9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7DF184-5430-3DEF-BCAA-57B52CBE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0D7E7E-C26A-6BB2-E872-01A3DA57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3019D2-D618-AD3B-6FFB-564B3C86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6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68093-6EBE-7806-AFA6-06FD1B13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B83E76-7E69-E76D-ADCA-3AF6CDE30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C6D5B-40CC-86E7-AEF1-AD404645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144F60-8FC8-7211-835C-4E2C2526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CF4390-6581-3D71-E209-282CE9B7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582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FFE2E-59C5-31B9-8F78-4480F204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F5E077-7AE1-A8B0-AB5E-645D7E760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2DFA59-5379-DE36-DF85-3985A584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2DA2A3-6138-1B15-FAD8-906D9193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82D1F3-DEFF-68C4-B84B-EE77CFFE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22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FA478-E779-9A7A-446E-4923F108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1B8D2D-5BB8-8CCD-6F89-786511923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0811BC-11A4-AC9D-3429-C6479FE91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C5B57C-4610-865F-A591-1E5F168B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133C77-59DE-E366-03D4-172065ED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44ADAE-461B-F711-758F-211F6843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5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243247-3B4D-3A86-616E-50AD16E0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01ECAD-727C-388C-D39A-49A974C79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AFE225-3341-B659-0AAF-8ACBAA7B9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BB65979-6877-7AED-D9AC-1950D11C1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348E59-3444-82DC-2FBE-D3412CD6D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45D770F-1EF8-9C0C-579F-C6F90847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C9B4A9-6565-38A5-98E0-C31235C1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A6CD05B-B8FF-68D9-52C4-A69445C7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38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8A692E-3737-4C26-4206-4C7AA673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3B5468-A8A8-E491-93B7-5BA444FB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206EAD-C288-E228-BE28-D6AF93A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7AE79B-CB1D-C97E-4E68-53166682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21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537A64-6526-1EB6-24EB-A51E8940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A890D3-E459-0A19-3E52-BA8B7039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46DFDD-B254-8A7A-4D07-3E31AA11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23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C78989-347F-76DE-1039-43AC60E3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AA5A2-BB93-C72F-3451-D7B436C2F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FE5265-6D6A-A3A1-C0AC-B4FCEF9C0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D76492-8153-E0C9-A889-618E7CDD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C5B290-AD48-19C8-EEC8-8AE5E2EC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C40AC1-FA85-21B4-8A6C-424902C7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16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DE838A-E552-6994-1257-66DFAA6F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69A871-38B5-2950-E82E-5D4657B7C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728887-E42D-845C-5FF0-28B8B1C1F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DAE0D5-A7AD-B498-48F9-19F7C9BF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1A4C9A-1697-8F5A-D6E4-DDF88FB7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0AE8E4-E714-5C26-6475-06E6CA46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83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5C04A-351B-BB14-C4F6-20FA56CA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C372F2-5EA0-3367-7108-2CCAE6FF8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BB5129-9227-49C3-A670-8F85032F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EA99D8-7143-4874-7B18-1E621765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E53ED9-1C4B-55B4-9D9A-6E0DE113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1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1B36F5-4DFC-EB3A-3563-8B2AC9C9D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ED7EFB-B38A-DE54-8469-DE2837EA8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E2058-43E6-4412-FA36-D819FA80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4D8DC2-C1DF-6A7A-C74E-1A7DE737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58EE09-D90A-624D-A6F8-E088F51F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71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82788D8-E2BF-3A10-DC4E-BF2DA8A2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DB0B59-BBD9-2807-CC8B-21D761A5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B86B4-D98A-08E6-E48C-DCF85D696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C465C-17C3-1A41-AB26-847A23C1703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BE65C0-591E-FFFA-6B0F-EAF005AB9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AEB42A-DC12-CC52-E61C-0ACF77E0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2998E-F844-7849-A8EE-59A8EF5970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66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75CDF2-1AE7-539C-7828-5A14BD2EC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920" y="97275"/>
            <a:ext cx="9144000" cy="926783"/>
          </a:xfrm>
        </p:spPr>
        <p:txBody>
          <a:bodyPr/>
          <a:lstStyle/>
          <a:p>
            <a:r>
              <a:rPr lang="ja-JP" altLang="en-US"/>
              <a:t>第</a:t>
            </a:r>
            <a:r>
              <a:rPr kumimoji="1" lang="en-US" altLang="ja-JP" dirty="0"/>
              <a:t>8</a:t>
            </a:r>
            <a:r>
              <a:rPr kumimoji="1" lang="ja-JP" altLang="en-US"/>
              <a:t>回</a:t>
            </a:r>
            <a:r>
              <a:rPr lang="en-US" altLang="ja-JP" dirty="0"/>
              <a:t> python seminar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F9EE66-880E-4D40-9935-625BF93B8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37163"/>
            <a:ext cx="12083143" cy="4637867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b="1"/>
              <a:t>課題</a:t>
            </a:r>
            <a:endParaRPr kumimoji="1" lang="en-US" altLang="ja-JP" b="1" dirty="0"/>
          </a:p>
          <a:p>
            <a:pPr algn="l"/>
            <a:r>
              <a:rPr kumimoji="1" lang="ja-JP" altLang="en-US"/>
              <a:t>添付したトレーニングデータを用いて生存者を予測するモデルを作成</a:t>
            </a:r>
            <a:endParaRPr kumimoji="1" lang="en-US" altLang="ja-JP" dirty="0"/>
          </a:p>
          <a:p>
            <a:pPr algn="l"/>
            <a:r>
              <a:rPr lang="ja-JP" altLang="en-US"/>
              <a:t>→テストデータ（</a:t>
            </a:r>
            <a:r>
              <a:rPr lang="en-US" altLang="ja-JP" dirty="0"/>
              <a:t>Survived</a:t>
            </a:r>
            <a:r>
              <a:rPr lang="ja-JP" altLang="en-US"/>
              <a:t>がないデータ）に適用し、</a:t>
            </a:r>
            <a:r>
              <a:rPr lang="en-US" altLang="ja-JP" dirty="0"/>
              <a:t>ID</a:t>
            </a:r>
            <a:r>
              <a:rPr lang="ja-JP" altLang="en-US"/>
              <a:t>と生存者が示された</a:t>
            </a:r>
            <a:r>
              <a:rPr lang="en-US" altLang="ja-JP" dirty="0"/>
              <a:t>csv</a:t>
            </a:r>
            <a:r>
              <a:rPr lang="ja-JP" altLang="en-US"/>
              <a:t>を出力</a:t>
            </a:r>
            <a:endParaRPr lang="en-US" altLang="ja-JP" dirty="0"/>
          </a:p>
          <a:p>
            <a:pPr algn="l"/>
            <a:endParaRPr lang="en-US" altLang="ja-JP" dirty="0"/>
          </a:p>
          <a:p>
            <a:pPr algn="l"/>
            <a:endParaRPr lang="en-US" altLang="ja-JP" dirty="0"/>
          </a:p>
          <a:p>
            <a:pPr algn="l"/>
            <a:r>
              <a:rPr kumimoji="1" lang="ja-JP" altLang="en-US" b="1"/>
              <a:t>調べて欲しい用語</a:t>
            </a:r>
            <a:endParaRPr kumimoji="1" lang="en-US" altLang="ja-JP" b="1" dirty="0"/>
          </a:p>
          <a:p>
            <a:pPr algn="l"/>
            <a:r>
              <a:rPr kumimoji="1" lang="ja-JP" altLang="en-US"/>
              <a:t>アンサンブル学習、ブースティング、</a:t>
            </a:r>
            <a:r>
              <a:rPr lang="en-US" altLang="ja-JP" dirty="0"/>
              <a:t>One-hot-encoding</a:t>
            </a:r>
            <a:r>
              <a:rPr lang="ja-JP" altLang="en-US"/>
              <a:t>、欠損値</a:t>
            </a:r>
            <a:endParaRPr kumimoji="1" lang="en-US" altLang="ja-JP" dirty="0"/>
          </a:p>
          <a:p>
            <a:pPr algn="l"/>
            <a:endParaRPr kumimoji="1" lang="ja-JP" altLang="en-US"/>
          </a:p>
          <a:p>
            <a:pPr algn="l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3CC8B4C-8529-C4F3-B0B0-FF7B6AE8F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23" y="1463568"/>
            <a:ext cx="7555150" cy="199989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236662-9A40-2040-5677-90D4867F230E}"/>
              </a:ext>
            </a:extLst>
          </p:cNvPr>
          <p:cNvSpPr txBox="1"/>
          <p:nvPr/>
        </p:nvSpPr>
        <p:spPr>
          <a:xfrm>
            <a:off x="3292946" y="100190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タイタニック号の生存者予測</a:t>
            </a:r>
          </a:p>
        </p:txBody>
      </p:sp>
      <p:pic>
        <p:nvPicPr>
          <p:cNvPr id="8" name="図 7" descr="グラフィカル ユーザー インターフェイス, 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015FECF-2F52-F98D-50DA-A6AC1022C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398" y="4802574"/>
            <a:ext cx="22987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6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AF246-4DE2-478E-7259-974AE5D1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E285DB-A3FE-CBFD-9727-42EE6163F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98" y="-1193800"/>
            <a:ext cx="9144000" cy="2387600"/>
          </a:xfrm>
        </p:spPr>
        <p:txBody>
          <a:bodyPr/>
          <a:lstStyle/>
          <a:p>
            <a:r>
              <a:rPr lang="ja-JP" altLang="en-US"/>
              <a:t>当日</a:t>
            </a:r>
            <a:r>
              <a:rPr kumimoji="1" lang="ja-JP" altLang="en-US"/>
              <a:t>の流れ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8FB04-77C6-917A-89E1-D1BD7BFC65FD}"/>
              </a:ext>
            </a:extLst>
          </p:cNvPr>
          <p:cNvSpPr txBox="1"/>
          <p:nvPr/>
        </p:nvSpPr>
        <p:spPr>
          <a:xfrm>
            <a:off x="1595336" y="2305615"/>
            <a:ext cx="853631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１</a:t>
            </a:r>
            <a:r>
              <a:rPr kumimoji="1" lang="en-US" altLang="ja-JP" sz="2800" dirty="0"/>
              <a:t>.</a:t>
            </a:r>
            <a:r>
              <a:rPr kumimoji="1" lang="ja-JP" altLang="en-US" sz="2800"/>
              <a:t>用語の解説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lang="ja-JP" altLang="en-US" sz="2800"/>
              <a:t>２</a:t>
            </a:r>
            <a:r>
              <a:rPr lang="en-US" altLang="ja-JP" sz="2800" dirty="0"/>
              <a:t>.</a:t>
            </a:r>
            <a:r>
              <a:rPr lang="ja-JP" altLang="en-US" sz="2800"/>
              <a:t>答え合わせのコード配布＆予測精度の高さで勝負</a:t>
            </a:r>
            <a:endParaRPr lang="en-US" altLang="ja-JP" sz="2800" dirty="0"/>
          </a:p>
          <a:p>
            <a:endParaRPr lang="en-US" altLang="ja-JP" sz="2800" dirty="0"/>
          </a:p>
        </p:txBody>
      </p:sp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5C7E20C-F568-467C-21F1-50847350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683" y="3752850"/>
            <a:ext cx="63246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1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D71F-08F0-8EF8-92EF-17D0ACC3F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5D5D1-432B-D37D-13AF-258B2AF20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98" y="-1193800"/>
            <a:ext cx="9144000" cy="2387600"/>
          </a:xfrm>
        </p:spPr>
        <p:txBody>
          <a:bodyPr/>
          <a:lstStyle/>
          <a:p>
            <a:r>
              <a:rPr lang="ja-JP" altLang="en-US"/>
              <a:t>当日</a:t>
            </a:r>
            <a:r>
              <a:rPr kumimoji="1" lang="ja-JP" altLang="en-US"/>
              <a:t>の流れ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7B9F7E-2D41-EA12-A0E2-43D1E968218C}"/>
              </a:ext>
            </a:extLst>
          </p:cNvPr>
          <p:cNvSpPr txBox="1"/>
          <p:nvPr/>
        </p:nvSpPr>
        <p:spPr>
          <a:xfrm>
            <a:off x="1595336" y="2305615"/>
            <a:ext cx="853631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１</a:t>
            </a:r>
            <a:r>
              <a:rPr kumimoji="1" lang="en-US" altLang="ja-JP" sz="2800" dirty="0"/>
              <a:t>.</a:t>
            </a:r>
            <a:r>
              <a:rPr kumimoji="1" lang="ja-JP" altLang="en-US" sz="2800"/>
              <a:t>用語の解説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lang="ja-JP" altLang="en-US" sz="2800"/>
              <a:t>２</a:t>
            </a:r>
            <a:r>
              <a:rPr lang="en-US" altLang="ja-JP" sz="2800" dirty="0"/>
              <a:t>.</a:t>
            </a:r>
            <a:r>
              <a:rPr lang="ja-JP" altLang="en-US" sz="2800"/>
              <a:t>答え合わせのコード配布＆予測精度の高さで勝負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kumimoji="1" lang="ja-JP" altLang="en-US" sz="2800"/>
              <a:t>３</a:t>
            </a:r>
            <a:r>
              <a:rPr kumimoji="1" lang="en-US" altLang="ja-JP" sz="2800" dirty="0"/>
              <a:t>. </a:t>
            </a:r>
            <a:r>
              <a:rPr lang="ja-JP" altLang="en-US" sz="2800"/>
              <a:t>一位の方は</a:t>
            </a:r>
            <a:r>
              <a:rPr kumimoji="1" lang="ja-JP" altLang="en-US" sz="2800"/>
              <a:t>コード発表してもらう</a:t>
            </a:r>
          </a:p>
        </p:txBody>
      </p:sp>
    </p:spTree>
    <p:extLst>
      <p:ext uri="{BB962C8B-B14F-4D97-AF65-F5344CB8AC3E}">
        <p14:creationId xmlns:p14="http://schemas.microsoft.com/office/powerpoint/2010/main" val="123132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4814</TotalTime>
  <Words>104</Words>
  <Application>Microsoft Macintosh PowerPoint</Application>
  <PresentationFormat>ワイド画面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第8回 python seminar</vt:lpstr>
      <vt:lpstr>当日の流れ</vt:lpstr>
      <vt:lpstr>当日の流れ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Tamura Eito</dc:creator>
  <cp:lastModifiedBy>Tamura Eito</cp:lastModifiedBy>
  <cp:revision>25</cp:revision>
  <dcterms:created xsi:type="dcterms:W3CDTF">2026-06-29T07:42:25Z</dcterms:created>
  <dcterms:modified xsi:type="dcterms:W3CDTF">2026-07-08T03:53:57Z</dcterms:modified>
</cp:coreProperties>
</file>
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50_2E3C3BEB.xml" ContentType="application/vnd.ms-powerpoint.comments+xml"/>
  <Override PartName="/ppt/notesSlides/notesSlide3.xml" ContentType="application/vnd.openxmlformats-officedocument.presentationml.notesSlide+xml"/>
  <Override PartName="/ppt/comments/modernComment_144_2BC94140.xml" ContentType="application/vnd.ms-powerpoint.comments+xml"/>
  <Override PartName="/ppt/notesSlides/notesSlide4.xml" ContentType="application/vnd.openxmlformats-officedocument.presentationml.notesSlide+xml"/>
  <Override PartName="/ppt/comments/modernComment_14F_50C5AF8A.xml" ContentType="application/vnd.ms-powerpoint.comments+xml"/>
  <Override PartName="/ppt/notesSlides/notesSlide5.xml" ContentType="application/vnd.openxmlformats-officedocument.presentationml.notesSlide+xml"/>
  <Override PartName="/ppt/comments/modernComment_155_2375DF85.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49_E6A89FDC.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4B_45D48A32.xml" ContentType="application/vnd.ms-powerpoint.comments+xml"/>
  <Override PartName="/ppt/notesSlides/notesSlide11.xml" ContentType="application/vnd.openxmlformats-officedocument.presentationml.notesSlide+xml"/>
  <Override PartName="/ppt/comments/modernComment_156_D9F257E2.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4D_44CDB591.xml" ContentType="application/vnd.ms-powerpoint.comments+xml"/>
  <Override PartName="/ppt/notesSlides/notesSlide14.xml" ContentType="application/vnd.openxmlformats-officedocument.presentationml.notesSlide+xml"/>
  <Override PartName="/ppt/comments/modernComment_154_B253D363.xml" ContentType="application/vnd.ms-powerpoint.comments+xml"/>
  <Override PartName="/ppt/comments/modernComment_151_31F18F93.xml" ContentType="application/vnd.ms-powerpoint.comments+xml"/>
  <Override PartName="/ppt/comments/modernComment_153_4BB3F5EA.xml" ContentType="application/vnd.ms-powerpoint.comments+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83" r:id="rId2"/>
    <p:sldMasterId id="2147483699" r:id="rId3"/>
    <p:sldMasterId id="2147483715" r:id="rId4"/>
  </p:sldMasterIdLst>
  <p:notesMasterIdLst>
    <p:notesMasterId r:id="rId25"/>
  </p:notesMasterIdLst>
  <p:sldIdLst>
    <p:sldId id="325" r:id="rId5"/>
    <p:sldId id="326" r:id="rId6"/>
    <p:sldId id="336" r:id="rId7"/>
    <p:sldId id="324" r:id="rId8"/>
    <p:sldId id="335" r:id="rId9"/>
    <p:sldId id="341" r:id="rId10"/>
    <p:sldId id="343" r:id="rId11"/>
    <p:sldId id="328" r:id="rId12"/>
    <p:sldId id="329" r:id="rId13"/>
    <p:sldId id="330" r:id="rId14"/>
    <p:sldId id="331" r:id="rId15"/>
    <p:sldId id="342" r:id="rId16"/>
    <p:sldId id="338" r:id="rId17"/>
    <p:sldId id="332" r:id="rId18"/>
    <p:sldId id="333" r:id="rId19"/>
    <p:sldId id="340" r:id="rId20"/>
    <p:sldId id="337" r:id="rId21"/>
    <p:sldId id="339" r:id="rId22"/>
    <p:sldId id="334" r:id="rId23"/>
    <p:sldId id="344" r:id="rId24"/>
  </p:sldIdLst>
  <p:sldSz cx="9144000" cy="6858000" type="screen4x3"/>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C1B405-1EBF-E0C2-E397-4372F6E96A01}" name="Haze Yokuto" initials="HY" userId="S::haze.yokuto.hw0@ms.ext.naist.jp::71b7ef34-a523-487c-a935-4a42945cacd1" providerId="AD"/>
  <p188:author id="{501E6354-3C8C-F4A8-01F0-C3E21AFAD11E}" name="Tani Shuichi" initials="TS" userId="S::tani.shuichi.tx3@ms.ext.naist.jp::a260ff07-8de6-49c1-9bff-f965522dd9b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570"/>
    <p:restoredTop sz="96029"/>
  </p:normalViewPr>
  <p:slideViewPr>
    <p:cSldViewPr snapToGrid="0" snapToObjects="1">
      <p:cViewPr>
        <p:scale>
          <a:sx n="113" d="100"/>
          <a:sy n="113" d="100"/>
        </p:scale>
        <p:origin x="7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omments/modernComment_14B_45D48A32.xml><?xml version="1.0" encoding="utf-8"?>
<p188:cmLst xmlns:a="http://schemas.openxmlformats.org/drawingml/2006/main" xmlns:r="http://schemas.openxmlformats.org/officeDocument/2006/relationships" xmlns:p188="http://schemas.microsoft.com/office/powerpoint/2018/8/main">
  <p188:cm id="{A29BDB19-3F27-174B-AFF8-80F000F886E0}" authorId="{501E6354-3C8C-F4A8-01F0-C3E21AFAD11E}" created="2026-06-29T09:28:05.001">
    <ac:deMkLst xmlns:ac="http://schemas.microsoft.com/office/drawing/2013/main/command">
      <pc:docMk xmlns:pc="http://schemas.microsoft.com/office/powerpoint/2013/main/command"/>
      <pc:sldMk xmlns:pc="http://schemas.microsoft.com/office/powerpoint/2013/main/command" cId="1171556914" sldId="331"/>
      <ac:spMk id="7" creationId="{00000000-0000-0000-0000-000000000000}"/>
    </ac:deMkLst>
    <p188:txBody>
      <a:bodyPr/>
      <a:lstStyle/>
      <a:p>
        <a:r>
          <a:rPr lang="ja-JP" altLang="en-US"/>
          <a:t>デンドログラムでクラスタリングした時、サンプルデータと、それに対応する正解ラベルを貼り付けて、大きな軸がどのクラスタ番号に対応しているのか考察する</a:t>
        </a:r>
      </a:p>
    </p188:txBody>
  </p188:cm>
</p188:cmLst>
</file>

<file path=ppt/comments/modernComment_14D_44CDB591.xml><?xml version="1.0" encoding="utf-8"?>
<p188:cmLst xmlns:a="http://schemas.openxmlformats.org/drawingml/2006/main" xmlns:r="http://schemas.openxmlformats.org/officeDocument/2006/relationships" xmlns:p188="http://schemas.microsoft.com/office/powerpoint/2018/8/main">
  <p188:cm id="{1E841A1E-5446-BD4B-8863-B9A107374242}" authorId="{501E6354-3C8C-F4A8-01F0-C3E21AFAD11E}" created="2026-06-29T08:54:03.901">
    <pc:sldMkLst xmlns:pc="http://schemas.microsoft.com/office/powerpoint/2013/main/command">
      <pc:docMk/>
      <pc:sldMk cId="1154332049" sldId="333"/>
    </pc:sldMkLst>
    <p188:txBody>
      <a:bodyPr/>
      <a:lstStyle/>
      <a:p>
        <a:r>
          <a:rPr lang="ja-JP" altLang="en-US"/>
          <a:t>0-9でクラスタ番号を変更</a:t>
        </a:r>
      </a:p>
    </p188:txBody>
  </p188:cm>
  <p188:cm id="{474384D2-F9E0-BB48-8133-E3436E008A0D}" authorId="{501E6354-3C8C-F4A8-01F0-C3E21AFAD11E}" created="2026-06-29T09:05:38.226">
    <ac:deMkLst xmlns:ac="http://schemas.microsoft.com/office/drawing/2013/main/command">
      <pc:docMk xmlns:pc="http://schemas.microsoft.com/office/powerpoint/2013/main/command"/>
      <pc:sldMk xmlns:pc="http://schemas.microsoft.com/office/powerpoint/2013/main/command" cId="1154332049" sldId="333"/>
      <ac:spMk id="7" creationId="{00000000-0000-0000-0000-000000000000}"/>
    </ac:deMkLst>
    <p188:txBody>
      <a:bodyPr/>
      <a:lstStyle/>
      <a:p>
        <a:r>
          <a:rPr lang="ja-JP" altLang="en-US"/>
          <a:t>追加スライドで正解ラベルと今のラベルの比較。</a:t>
        </a:r>
      </a:p>
    </p188:txBody>
  </p188:cm>
  <p188:cm id="{E4FB3438-22EC-054A-9C44-5D306A1DAA91}" authorId="{D4C1B405-1EBF-E0C2-E397-4372F6E96A01}" created="2026-06-30T11:39:14.253">
    <ac:txMkLst xmlns:ac="http://schemas.microsoft.com/office/drawing/2013/main/command">
      <pc:docMk xmlns:pc="http://schemas.microsoft.com/office/powerpoint/2013/main/command"/>
      <pc:sldMk xmlns:pc="http://schemas.microsoft.com/office/powerpoint/2013/main/command" cId="1154332049" sldId="333"/>
      <ac:spMk id="26" creationId="{04E1F4E0-3A84-8CD3-7C96-01F7EB83EA39}"/>
      <ac:txMk cp="25" len="3">
        <ac:context len="41" hash="3912924738"/>
      </ac:txMk>
    </ac:txMkLst>
    <p188:pos x="1341383" y="2533611"/>
    <p188:txBody>
      <a:bodyPr/>
      <a:lstStyle/>
      <a:p>
        <a:r>
          <a:rPr lang="ja-JP" altLang="en-US"/>
          <a:t>k-meansの左下、丸い形とは？</a:t>
        </a:r>
      </a:p>
    </p188:txBody>
  </p188:cm>
</p188:cmLst>
</file>

<file path=ppt/comments/modernComment_14F_50C5AF8A.xml><?xml version="1.0" encoding="utf-8"?>
<p188:cmLst xmlns:a="http://schemas.openxmlformats.org/drawingml/2006/main" xmlns:r="http://schemas.openxmlformats.org/officeDocument/2006/relationships" xmlns:p188="http://schemas.microsoft.com/office/powerpoint/2018/8/main">
  <p188:cm id="{00CBB9D2-6F7D-7A45-BE0B-F0C0347BDC26}" authorId="{501E6354-3C8C-F4A8-01F0-C3E21AFAD11E}" created="2026-06-29T08:25:44.155">
    <ac:deMkLst xmlns:ac="http://schemas.microsoft.com/office/drawing/2013/main/command">
      <pc:docMk xmlns:pc="http://schemas.microsoft.com/office/powerpoint/2013/main/command"/>
      <pc:sldMk xmlns:pc="http://schemas.microsoft.com/office/powerpoint/2013/main/command" cId="1355132810" sldId="335"/>
      <ac:spMk id="7" creationId="{00000000-0000-0000-0000-000000000000}"/>
    </ac:deMkLst>
    <p188:txBody>
      <a:bodyPr/>
      <a:lstStyle/>
      <a:p>
        <a:r>
          <a:rPr lang="ja-JP" altLang="en-US"/>
          <a:t>PCAは線形による可視化
t-SNEやUMAPは非線形も可視化できる。</a:t>
        </a:r>
      </a:p>
    </p188:txBody>
  </p188:cm>
</p188:cmLst>
</file>

<file path=ppt/comments/modernComment_144_2BC94140.xml><?xml version="1.0" encoding="utf-8"?>
<p188:cmLst xmlns:a="http://schemas.openxmlformats.org/drawingml/2006/main" xmlns:r="http://schemas.openxmlformats.org/officeDocument/2006/relationships" xmlns:p188="http://schemas.microsoft.com/office/powerpoint/2018/8/main">
  <p188:cm id="{4BC872C3-1BA2-CE4D-8A81-DB392C57EE7A}" authorId="{D4C1B405-1EBF-E0C2-E397-4372F6E96A01}" created="2026-06-30T16:29:28.218">
    <pc:sldMkLst xmlns:pc="http://schemas.microsoft.com/office/powerpoint/2013/main/command">
      <pc:docMk/>
      <pc:sldMk cId="734609728" sldId="324"/>
    </pc:sldMkLst>
    <p188:txBody>
      <a:bodyPr/>
      <a:lstStyle/>
      <a:p>
        <a:r>
          <a:rPr lang="ja-JP" altLang="en-US"/>
          <a:t>教師あり学習の代わりに教師なし学習を使う訳ではなく、そもそも使い方が違うということを口頭でもいいので伝えてください
</a:t>
        </a:r>
      </a:p>
    </p188:txBody>
  </p188:cm>
  <p188:cm id="{F75B247D-509C-474F-B43A-E31A2FD45340}" authorId="{D4C1B405-1EBF-E0C2-E397-4372F6E96A01}" created="2026-06-30T18:26:52.721">
    <ac:txMkLst xmlns:ac="http://schemas.microsoft.com/office/drawing/2013/main/command">
      <pc:docMk xmlns:pc="http://schemas.microsoft.com/office/powerpoint/2013/main/command"/>
      <pc:sldMk xmlns:pc="http://schemas.microsoft.com/office/powerpoint/2013/main/command" cId="734609728" sldId="324"/>
      <ac:spMk id="17" creationId="{00000000-0000-0000-0000-000000000000}"/>
      <ac:txMk cp="3" len="6">
        <ac:context len="34" hash="1284323206"/>
      </ac:txMk>
    </ac:txMkLst>
    <p188:txBody>
      <a:bodyPr/>
      <a:lstStyle/>
      <a:p>
        <a:r>
          <a:rPr lang="ja-JP" altLang="en-US"/>
          <a:t>要検討</a:t>
        </a:r>
      </a:p>
    </p188:txBody>
  </p188:cm>
</p188:cmLst>
</file>

<file path=ppt/comments/modernComment_149_E6A89FDC.xml><?xml version="1.0" encoding="utf-8"?>
<p188:cmLst xmlns:a="http://schemas.openxmlformats.org/drawingml/2006/main" xmlns:r="http://schemas.openxmlformats.org/officeDocument/2006/relationships" xmlns:p188="http://schemas.microsoft.com/office/powerpoint/2018/8/main">
  <p188:cm id="{41856118-BDDF-084F-90E1-59EBA2C3ABE9}" authorId="{D4C1B405-1EBF-E0C2-E397-4372F6E96A01}" created="2026-06-30T13:35:12.976">
    <ac:txMkLst xmlns:ac="http://schemas.microsoft.com/office/drawing/2013/main/command">
      <pc:docMk xmlns:pc="http://schemas.microsoft.com/office/powerpoint/2013/main/command"/>
      <pc:sldMk xmlns:pc="http://schemas.microsoft.com/office/powerpoint/2013/main/command" cId="3869810652" sldId="329"/>
      <ac:spMk id="7" creationId="{00000000-0000-0000-0000-000000000000}"/>
      <ac:txMk cp="30" len="51">
        <ac:context len="82" hash="58130727"/>
      </ac:txMk>
    </ac:txMkLst>
    <p188:pos x="3216422" y="1075849"/>
    <p188:txBody>
      <a:bodyPr/>
      <a:lstStyle/>
      <a:p>
        <a:r>
          <a:rPr lang="ja-JP" altLang="en-US"/>
          <a:t>内容がわからないです。</a:t>
        </a:r>
      </a:p>
    </p188:txBody>
  </p188:cm>
</p188:cmLst>
</file>

<file path=ppt/comments/modernComment_150_2E3C3BEB.xml><?xml version="1.0" encoding="utf-8"?>
<p188:cmLst xmlns:a="http://schemas.openxmlformats.org/drawingml/2006/main" xmlns:r="http://schemas.openxmlformats.org/officeDocument/2006/relationships" xmlns:p188="http://schemas.microsoft.com/office/powerpoint/2018/8/main">
  <p188:cm id="{24E6DBE7-CCE8-F948-B645-380E78927A57}" authorId="{501E6354-3C8C-F4A8-01F0-C3E21AFAD11E}" created="2026-06-29T08:33:36.734">
    <ac:deMkLst xmlns:ac="http://schemas.microsoft.com/office/drawing/2013/main/command">
      <pc:docMk xmlns:pc="http://schemas.microsoft.com/office/powerpoint/2013/main/command"/>
      <pc:sldMk xmlns:pc="http://schemas.microsoft.com/office/powerpoint/2013/main/command" cId="775699435" sldId="336"/>
      <ac:spMk id="3" creationId="{197CA0B3-E9B4-B0C4-9C17-A7EE1098E28C}"/>
    </ac:deMkLst>
    <p188:txBody>
      <a:bodyPr/>
      <a:lstStyle/>
      <a:p>
        <a:r>
          <a:rPr lang="ja-JP" altLang="en-US"/>
          <a:t>本来は深層学習における画像認識のベンチマークに使われる。</a:t>
        </a:r>
      </a:p>
    </p188:txBody>
  </p188:cm>
</p188:cmLst>
</file>

<file path=ppt/comments/modernComment_151_31F18F93.xml><?xml version="1.0" encoding="utf-8"?>
<p188:cmLst xmlns:a="http://schemas.openxmlformats.org/drawingml/2006/main" xmlns:r="http://schemas.openxmlformats.org/officeDocument/2006/relationships" xmlns:p188="http://schemas.microsoft.com/office/powerpoint/2018/8/main">
  <p188:cm id="{52E2E373-40DF-BD4E-8842-6757CA38B17C}" authorId="{D4C1B405-1EBF-E0C2-E397-4372F6E96A01}" created="2026-06-30T11:36:46.320">
    <pc:sldMkLst xmlns:pc="http://schemas.microsoft.com/office/powerpoint/2013/main/command">
      <pc:docMk/>
      <pc:sldMk cId="837914515" sldId="337"/>
    </pc:sldMkLst>
    <p188:txBody>
      <a:bodyPr/>
      <a:lstStyle/>
      <a:p>
        <a:r>
          <a:rPr lang="ja-JP" altLang="en-US"/>
          <a:t>もう一言欲しいかも？</a:t>
        </a:r>
      </a:p>
    </p188:txBody>
  </p188:cm>
</p188:cmLst>
</file>

<file path=ppt/comments/modernComment_153_4BB3F5EA.xml><?xml version="1.0" encoding="utf-8"?>
<p188:cmLst xmlns:a="http://schemas.openxmlformats.org/drawingml/2006/main" xmlns:r="http://schemas.openxmlformats.org/officeDocument/2006/relationships" xmlns:p188="http://schemas.microsoft.com/office/powerpoint/2018/8/main">
  <p188:cm id="{802A3A4C-6360-7E40-840E-1A4C12B08437}" authorId="{D4C1B405-1EBF-E0C2-E397-4372F6E96A01}" created="2026-06-30T11:36:50.429">
    <pc:sldMkLst xmlns:pc="http://schemas.microsoft.com/office/powerpoint/2013/main/command">
      <pc:docMk/>
      <pc:sldMk cId="1270085098" sldId="339"/>
    </pc:sldMkLst>
    <p188:txBody>
      <a:bodyPr/>
      <a:lstStyle/>
      <a:p>
        <a:r>
          <a:rPr lang="ja-JP" altLang="en-US"/>
          <a:t>もう一言欲しいかも？</a:t>
        </a:r>
      </a:p>
    </p188:txBody>
  </p188:cm>
</p188:cmLst>
</file>

<file path=ppt/comments/modernComment_154_B253D363.xml><?xml version="1.0" encoding="utf-8"?>
<p188:cmLst xmlns:a="http://schemas.openxmlformats.org/drawingml/2006/main" xmlns:r="http://schemas.openxmlformats.org/officeDocument/2006/relationships" xmlns:p188="http://schemas.microsoft.com/office/powerpoint/2018/8/main">
  <p188:cm id="{155E3B85-D807-DD4F-8DC7-EC538E18D8C0}" authorId="{501E6354-3C8C-F4A8-01F0-C3E21AFAD11E}" created="2026-06-29T08:54:03.901">
    <pc:sldMkLst xmlns:pc="http://schemas.microsoft.com/office/powerpoint/2013/main/command">
      <pc:docMk/>
      <pc:sldMk cId="1154332049" sldId="333"/>
    </pc:sldMkLst>
    <p188:txBody>
      <a:bodyPr/>
      <a:lstStyle/>
      <a:p>
        <a:r>
          <a:rPr lang="ja-JP" altLang="en-US"/>
          <a:t>0-9でクラスタ番号を変更</a:t>
        </a:r>
      </a:p>
    </p188:txBody>
  </p188:cm>
  <p188:cm id="{9B388DEF-C97B-EF42-B017-8386267A848C}" authorId="{501E6354-3C8C-F4A8-01F0-C3E21AFAD11E}" created="2026-06-29T09:05:38.226">
    <ac:deMkLst xmlns:ac="http://schemas.microsoft.com/office/drawing/2013/main/command">
      <pc:docMk xmlns:pc="http://schemas.microsoft.com/office/powerpoint/2013/main/command"/>
      <pc:sldMk xmlns:pc="http://schemas.microsoft.com/office/powerpoint/2013/main/command" cId="2991838051" sldId="340"/>
      <ac:spMk id="7" creationId="{D73E3412-FC79-C48D-F3DD-FB8112030423}"/>
    </ac:deMkLst>
    <p188:txBody>
      <a:bodyPr/>
      <a:lstStyle/>
      <a:p>
        <a:r>
          <a:rPr lang="ja-JP" altLang="en-US"/>
          <a:t>追加スライドで正解ラベルと今のラベルの比較。</a:t>
        </a:r>
      </a:p>
    </p188:txBody>
  </p188:cm>
  <p188:cm id="{1523B19E-A2D3-3D4B-A520-7FAD0113B611}" authorId="{D4C1B405-1EBF-E0C2-E397-4372F6E96A01}" created="2026-06-30T11:39:14.253">
    <ac:txMkLst xmlns:ac="http://schemas.microsoft.com/office/drawing/2013/main/command">
      <pc:docMk xmlns:pc="http://schemas.microsoft.com/office/powerpoint/2013/main/command"/>
      <pc:sldMk xmlns:pc="http://schemas.microsoft.com/office/powerpoint/2013/main/command" cId="2991838051" sldId="340"/>
      <ac:spMk id="6" creationId="{08E2A718-BE08-E4E9-B5DA-FD96A97845C0}"/>
      <ac:txMk cp="87" len="3">
        <ac:context len="103" hash="3763156878"/>
      </ac:txMk>
    </ac:txMkLst>
    <p188:txBody>
      <a:bodyPr/>
      <a:lstStyle/>
      <a:p>
        <a:r>
          <a:rPr lang="ja-JP" altLang="en-US"/>
          <a:t>k-meansの左下、丸い形とは？</a:t>
        </a:r>
      </a:p>
    </p188:txBody>
  </p188:cm>
</p188:cmLst>
</file>

<file path=ppt/comments/modernComment_155_2375DF85.xml><?xml version="1.0" encoding="utf-8"?>
<p188:cmLst xmlns:a="http://schemas.openxmlformats.org/drawingml/2006/main" xmlns:r="http://schemas.openxmlformats.org/officeDocument/2006/relationships" xmlns:p188="http://schemas.microsoft.com/office/powerpoint/2018/8/main">
  <p188:cm id="{9715770F-DE22-5F4D-BF1B-91C329A8F99F}" authorId="{501E6354-3C8C-F4A8-01F0-C3E21AFAD11E}" created="2026-06-29T08:25:44.155">
    <ac:deMkLst xmlns:ac="http://schemas.microsoft.com/office/drawing/2013/main/command">
      <pc:docMk xmlns:pc="http://schemas.microsoft.com/office/powerpoint/2013/main/command"/>
      <pc:sldMk xmlns:pc="http://schemas.microsoft.com/office/powerpoint/2013/main/command" cId="594927493" sldId="341"/>
      <ac:spMk id="7" creationId="{89D44045-B579-7EF3-D62A-30FD3FEB78A3}"/>
    </ac:deMkLst>
    <p188:txBody>
      <a:bodyPr/>
      <a:lstStyle/>
      <a:p>
        <a:r>
          <a:rPr lang="ja-JP" altLang="en-US"/>
          <a:t>PCAは線形による可視化
t-SNEやUMAPは非線形も可視化できる。</a:t>
        </a:r>
      </a:p>
    </p188:txBody>
  </p188:cm>
  <p188:cm id="{91544C59-E1F8-D94C-B9FE-3352AD74268F}" authorId="{D4C1B405-1EBF-E0C2-E397-4372F6E96A01}" created="2026-06-30T18:48:10.837">
    <pc:sldMkLst xmlns:pc="http://schemas.microsoft.com/office/powerpoint/2013/main/command">
      <pc:docMk/>
      <pc:sldMk cId="594927493" sldId="341"/>
    </pc:sldMkLst>
    <p188:txBody>
      <a:bodyPr/>
      <a:lstStyle/>
      <a:p>
        <a:r>
          <a:rPr lang="ja-JP" altLang="en-US"/>
          <a:t>式内の変数を説明してください
X：説明変数　など
</a:t>
        </a:r>
      </a:p>
    </p188:txBody>
  </p188:cm>
  <p188:cm id="{4E837D13-10FC-104F-A095-03ED09FD0A82}" authorId="{D4C1B405-1EBF-E0C2-E397-4372F6E96A01}" created="2026-06-30T18:52:50.334">
    <ac:txMkLst xmlns:ac="http://schemas.microsoft.com/office/drawing/2013/main/command">
      <pc:docMk xmlns:pc="http://schemas.microsoft.com/office/powerpoint/2013/main/command"/>
      <pc:sldMk xmlns:pc="http://schemas.microsoft.com/office/powerpoint/2013/main/command" cId="594927493" sldId="341"/>
      <ac:spMk id="9" creationId="{F7BF8299-EC41-230A-D5A6-6FE546B6C0E9}"/>
      <ac:txMk cp="32" len="22">
        <ac:context len="107" hash="491589457"/>
      </ac:txMk>
    </ac:txMkLst>
    <p188:pos x="5523412" y="740190"/>
    <p188:txBody>
      <a:bodyPr/>
      <a:lstStyle/>
      <a:p>
        <a:r>
          <a:rPr lang="ja-JP" altLang="en-US"/>
          <a:t>なんの式？</a:t>
        </a:r>
      </a:p>
    </p188:txBody>
  </p188:cm>
</p188:cmLst>
</file>

<file path=ppt/comments/modernComment_156_D9F257E2.xml><?xml version="1.0" encoding="utf-8"?>
<p188:cmLst xmlns:a="http://schemas.openxmlformats.org/drawingml/2006/main" xmlns:r="http://schemas.openxmlformats.org/officeDocument/2006/relationships" xmlns:p188="http://schemas.microsoft.com/office/powerpoint/2018/8/main">
  <p188:cm id="{5B61644A-B676-1B40-AD88-9EB9C680F611}" authorId="{501E6354-3C8C-F4A8-01F0-C3E21AFAD11E}" created="2026-06-29T09:28:05.001">
    <ac:deMkLst xmlns:ac="http://schemas.microsoft.com/office/drawing/2013/main/command">
      <pc:docMk xmlns:pc="http://schemas.microsoft.com/office/powerpoint/2013/main/command"/>
      <pc:sldMk xmlns:pc="http://schemas.microsoft.com/office/powerpoint/2013/main/command" cId="1171556914" sldId="331"/>
      <ac:spMk id="7" creationId="{00000000-0000-0000-0000-000000000000}"/>
    </ac:deMkLst>
    <p188:txBody>
      <a:bodyPr/>
      <a:lstStyle/>
      <a:p>
        <a:r>
          <a:rPr lang="ja-JP" altLang="en-US"/>
          <a:t>デンドログラムでクラスタリングした時、サンプルデータと、それに対応する正解ラベルを貼り付けて、大きな軸がどのクラスタ番号に対応しているのか考察する</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2213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D66D-C3AC-56B7-39D3-C23001872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5C2BC-3B18-F6B5-3292-1F730F4F9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16C32-B635-7ACF-7A84-A2837D1D71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03B6B8-80A5-FC3C-FA23-9496B5F9454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37827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B0493-EB96-872D-3F4E-0BF28A872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488D8-27DD-D1F0-9C12-8ADBDD7D5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A4F77-1914-E755-03B4-DE45ED81497F}"/>
              </a:ext>
            </a:extLst>
          </p:cNvPr>
          <p:cNvSpPr>
            <a:spLocks noGrp="1"/>
          </p:cNvSpPr>
          <p:nvPr>
            <p:ph type="body" idx="1"/>
          </p:nvPr>
        </p:nvSpPr>
        <p:spPr/>
        <p:txBody>
          <a:bodyPr/>
          <a:lstStyle/>
          <a:p>
            <a:r>
              <a:rPr lang="en-US" dirty="0" err="1"/>
              <a:t>ｔ軸＝ｚ軸です</a:t>
            </a:r>
            <a:endParaRPr lang="en-US" dirty="0"/>
          </a:p>
        </p:txBody>
      </p:sp>
      <p:sp>
        <p:nvSpPr>
          <p:cNvPr id="4" name="Slide Number Placeholder 3">
            <a:extLst>
              <a:ext uri="{FF2B5EF4-FFF2-40B4-BE49-F238E27FC236}">
                <a16:creationId xmlns:a16="http://schemas.microsoft.com/office/drawing/2014/main" id="{F277D573-44DE-8DDA-ADF3-58C9B3AE69F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27299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5E800-AECC-B169-FCA1-833E083B2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93441-9F0F-3633-F7EB-F869DB1EA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85678-10E9-23F9-5F12-CE57ACFDD5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68A41-0793-88C7-A245-D69FB5F9EC8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50793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D3036-8D7D-E209-D2F1-DDCF2932E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D0A71-3CDA-5709-D5E5-12726069D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8D679-F383-E16E-C1BC-86BBC0BABC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CBACB-21F1-0C28-BD8A-BDF10F0EDF2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03259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ユーザー設定レイアウト">
    <p:spTree>
      <p:nvGrpSpPr>
        <p:cNvPr id="1" name=""/>
        <p:cNvGrpSpPr/>
        <p:nvPr/>
      </p:nvGrpSpPr>
      <p:grpSpPr>
        <a:xfrm>
          <a:off x="0" y="0"/>
          <a:ext cx="0" cy="0"/>
          <a:chOff x="0" y="0"/>
          <a:chExt cx="0" cy="0"/>
        </a:xfrm>
      </p:grpSpPr>
      <p:sp>
        <p:nvSpPr>
          <p:cNvPr id="8" name="平行四辺形 7">
            <a:extLst>
              <a:ext uri="{FF2B5EF4-FFF2-40B4-BE49-F238E27FC236}">
                <a16:creationId xmlns:a16="http://schemas.microsoft.com/office/drawing/2014/main" id="{D7C6BBBA-58F0-AA91-E0FF-77375EB4F6F3}"/>
              </a:ext>
            </a:extLst>
          </p:cNvPr>
          <p:cNvSpPr/>
          <p:nvPr/>
        </p:nvSpPr>
        <p:spPr>
          <a:xfrm>
            <a:off x="188260" y="736904"/>
            <a:ext cx="7955952" cy="91441"/>
          </a:xfrm>
          <a:prstGeom prst="parallelogram">
            <a:avLst/>
          </a:prstGeom>
          <a:gradFill flip="none" rotWithShape="1">
            <a:gsLst>
              <a:gs pos="0">
                <a:schemeClr val="accent4">
                  <a:lumMod val="75000"/>
                </a:schemeClr>
              </a:gs>
              <a:gs pos="100000">
                <a:schemeClr val="accent4">
                  <a:lumMod val="75000"/>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9" name="テキスト プレースホルダー 18">
            <a:extLst>
              <a:ext uri="{FF2B5EF4-FFF2-40B4-BE49-F238E27FC236}">
                <a16:creationId xmlns:a16="http://schemas.microsoft.com/office/drawing/2014/main" id="{60BB1EAA-51DF-819F-1C51-D44F2A9FC8F5}"/>
              </a:ext>
            </a:extLst>
          </p:cNvPr>
          <p:cNvSpPr>
            <a:spLocks noGrp="1"/>
          </p:cNvSpPr>
          <p:nvPr>
            <p:ph type="body" sz="quarter" idx="13"/>
          </p:nvPr>
        </p:nvSpPr>
        <p:spPr>
          <a:xfrm>
            <a:off x="257177" y="952500"/>
            <a:ext cx="8594725" cy="5168900"/>
          </a:xfrm>
        </p:spPr>
        <p:txBody>
          <a:bodyPr/>
          <a:lstStyle>
            <a:lvl1pPr marL="128585" indent="-128585">
              <a:buClr>
                <a:schemeClr val="accent1"/>
              </a:buClr>
              <a:buFont typeface="Wingdings" panose="05000000000000000000" pitchFamily="2" charset="2"/>
              <a:buChar char="Ø"/>
              <a:defRPr sz="1800">
                <a:latin typeface="MS PGothic" panose="020B0600070205080204" pitchFamily="34" charset="-128"/>
                <a:ea typeface="MS PGothic" panose="020B0600070205080204" pitchFamily="34" charset="-128"/>
              </a:defRPr>
            </a:lvl1pPr>
            <a:lvl2pPr marL="385754" indent="-128585">
              <a:buFont typeface="Wingdings" panose="05000000000000000000" pitchFamily="2" charset="2"/>
              <a:buChar char="n"/>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タイトル 8">
            <a:extLst>
              <a:ext uri="{FF2B5EF4-FFF2-40B4-BE49-F238E27FC236}">
                <a16:creationId xmlns:a16="http://schemas.microsoft.com/office/drawing/2014/main" id="{9E63E15F-51C5-F8CA-158C-F23F370FCF3E}"/>
              </a:ext>
            </a:extLst>
          </p:cNvPr>
          <p:cNvSpPr>
            <a:spLocks noGrp="1"/>
          </p:cNvSpPr>
          <p:nvPr>
            <p:ph type="title"/>
          </p:nvPr>
        </p:nvSpPr>
        <p:spPr>
          <a:xfrm>
            <a:off x="188260" y="138528"/>
            <a:ext cx="7886700" cy="813972"/>
          </a:xfrm>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9DD443BF-C553-FF01-4006-58B9D7C20BB2}"/>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08232786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AC4DD1-D621-6BA7-B31B-62F718153696}"/>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2E0DDF09-650F-B5FD-7FE8-223A8CB85F1C}"/>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9328569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15">
            <a:extLst>
              <a:ext uri="{FF2B5EF4-FFF2-40B4-BE49-F238E27FC236}">
                <a16:creationId xmlns:a16="http://schemas.microsoft.com/office/drawing/2014/main" id="{48CB5919-E356-EE1C-95C6-452C215AE8A4}"/>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E6D83523-ECD9-65F2-31C2-FECA6D03E83B}"/>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38510488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7" y="1709738"/>
            <a:ext cx="7886700" cy="2852737"/>
          </a:xfrm>
        </p:spPr>
        <p:txBody>
          <a:bodyPr anchor="b"/>
          <a:lstStyle>
            <a:lvl1pPr algn="ctr">
              <a:defRPr sz="3300">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7" y="4589470"/>
            <a:ext cx="7886700" cy="1500187"/>
          </a:xfrm>
        </p:spPr>
        <p:txBody>
          <a:bodyPr/>
          <a:lstStyle>
            <a:lvl1pPr marL="0" indent="0">
              <a:buNone/>
              <a:defRPr sz="1350">
                <a:solidFill>
                  <a:schemeClr val="tx1"/>
                </a:solidFill>
                <a:latin typeface="MS PGothic" panose="020B0600070205080204" pitchFamily="34" charset="-128"/>
                <a:ea typeface="MS PGothic" panose="020B0600070205080204" pitchFamily="34" charset="-128"/>
              </a:defRPr>
            </a:lvl1pPr>
            <a:lvl2pPr marL="257168" indent="0">
              <a:buNone/>
              <a:defRPr sz="1125">
                <a:solidFill>
                  <a:schemeClr val="tx1">
                    <a:tint val="82000"/>
                  </a:schemeClr>
                </a:solidFill>
              </a:defRPr>
            </a:lvl2pPr>
            <a:lvl3pPr marL="514337" indent="0">
              <a:buNone/>
              <a:defRPr sz="1013">
                <a:solidFill>
                  <a:schemeClr val="tx1">
                    <a:tint val="82000"/>
                  </a:schemeClr>
                </a:solidFill>
              </a:defRPr>
            </a:lvl3pPr>
            <a:lvl4pPr marL="771506" indent="0">
              <a:buNone/>
              <a:defRPr sz="900">
                <a:solidFill>
                  <a:schemeClr val="tx1">
                    <a:tint val="82000"/>
                  </a:schemeClr>
                </a:solidFill>
              </a:defRPr>
            </a:lvl4pPr>
            <a:lvl5pPr marL="1028675" indent="0">
              <a:buNone/>
              <a:defRPr sz="900">
                <a:solidFill>
                  <a:schemeClr val="tx1">
                    <a:tint val="82000"/>
                  </a:schemeClr>
                </a:solidFill>
              </a:defRPr>
            </a:lvl5pPr>
            <a:lvl6pPr marL="1285843" indent="0">
              <a:buNone/>
              <a:defRPr sz="900">
                <a:solidFill>
                  <a:schemeClr val="tx1">
                    <a:tint val="82000"/>
                  </a:schemeClr>
                </a:solidFill>
              </a:defRPr>
            </a:lvl6pPr>
            <a:lvl7pPr marL="1543012" indent="0">
              <a:buNone/>
              <a:defRPr sz="900">
                <a:solidFill>
                  <a:schemeClr val="tx1">
                    <a:tint val="82000"/>
                  </a:schemeClr>
                </a:solidFill>
              </a:defRPr>
            </a:lvl7pPr>
            <a:lvl8pPr marL="1800180" indent="0">
              <a:buNone/>
              <a:defRPr sz="900">
                <a:solidFill>
                  <a:schemeClr val="tx1">
                    <a:tint val="82000"/>
                  </a:schemeClr>
                </a:solidFill>
              </a:defRPr>
            </a:lvl8pPr>
            <a:lvl9pPr marL="2057348" indent="0">
              <a:buNone/>
              <a:defRPr sz="900">
                <a:solidFill>
                  <a:schemeClr val="tx1">
                    <a:tint val="82000"/>
                  </a:schemeClr>
                </a:solidFill>
              </a:defRPr>
            </a:lvl9pPr>
          </a:lstStyle>
          <a:p>
            <a:pPr lvl="0"/>
            <a:r>
              <a:rPr lang="ja-JP" altLang="en-US"/>
              <a:t>マスター テキストの書式設定</a:t>
            </a:r>
          </a:p>
        </p:txBody>
      </p:sp>
      <p:sp>
        <p:nvSpPr>
          <p:cNvPr id="4" name="スライド番号プレースホルダー 2">
            <a:extLst>
              <a:ext uri="{FF2B5EF4-FFF2-40B4-BE49-F238E27FC236}">
                <a16:creationId xmlns:a16="http://schemas.microsoft.com/office/drawing/2014/main" id="{71E49324-9794-C847-1BF6-2C2FEC3BC596}"/>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71551144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258538"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2"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スライド番号プレースホルダー 2">
            <a:extLst>
              <a:ext uri="{FF2B5EF4-FFF2-40B4-BE49-F238E27FC236}">
                <a16:creationId xmlns:a16="http://schemas.microsoft.com/office/drawing/2014/main" id="{327B4EF7-5220-BC1C-4313-02AB0F9B35FA}"/>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344744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350" b="1">
                <a:latin typeface="MS PGothic" panose="020B0600070205080204" pitchFamily="34" charset="-128"/>
                <a:ea typeface="MS PGothic" panose="020B0600070205080204" pitchFamily="34" charset="-128"/>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1350" b="1">
                <a:latin typeface="MS PGothic" panose="020B0600070205080204" pitchFamily="34" charset="-128"/>
                <a:ea typeface="MS PGothic" panose="020B0600070205080204" pitchFamily="34" charset="-128"/>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ja-JP" altLang="en-US"/>
              <a:t>マスター テキストの書式設定</a:t>
            </a:r>
          </a:p>
        </p:txBody>
      </p:sp>
      <p:sp>
        <p:nvSpPr>
          <p:cNvPr id="6" name="Content Placeholder 5"/>
          <p:cNvSpPr>
            <a:spLocks noGrp="1"/>
          </p:cNvSpPr>
          <p:nvPr>
            <p:ph sz="quarter" idx="4"/>
          </p:nvPr>
        </p:nvSpPr>
        <p:spPr>
          <a:xfrm>
            <a:off x="4629152" y="2505075"/>
            <a:ext cx="3887391"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4">
            <a:extLst>
              <a:ext uri="{FF2B5EF4-FFF2-40B4-BE49-F238E27FC236}">
                <a16:creationId xmlns:a16="http://schemas.microsoft.com/office/drawing/2014/main" id="{3807B893-AD53-4CA3-092C-B4386A867370}"/>
              </a:ext>
            </a:extLst>
          </p:cNvPr>
          <p:cNvSpPr txBox="1">
            <a:spLocks/>
          </p:cNvSpPr>
          <p:nvPr/>
        </p:nvSpPr>
        <p:spPr>
          <a:xfrm>
            <a:off x="3116893" y="5876043"/>
            <a:ext cx="3994200" cy="1080000"/>
          </a:xfrm>
          <a:prstGeom prst="rect">
            <a:avLst/>
          </a:prstGeom>
          <a:ln>
            <a:noFill/>
          </a:ln>
        </p:spPr>
        <p:txBody>
          <a:bodyPr vert="horz" lIns="51435" tIns="25718" rIns="51435" bIns="25718"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1800">
              <a:solidFill>
                <a:schemeClr val="bg1"/>
              </a:solidFill>
              <a:ea typeface="BIZ UDGothic" panose="020B0400000000000000" pitchFamily="49" charset="-128"/>
              <a:cs typeface="Arial" panose="020B0604020202020204" pitchFamily="34" charset="0"/>
            </a:endParaRPr>
          </a:p>
        </p:txBody>
      </p:sp>
      <p:sp>
        <p:nvSpPr>
          <p:cNvPr id="7" name="スライド番号プレースホルダー 2">
            <a:extLst>
              <a:ext uri="{FF2B5EF4-FFF2-40B4-BE49-F238E27FC236}">
                <a16:creationId xmlns:a16="http://schemas.microsoft.com/office/drawing/2014/main" id="{2956E0DE-09B7-98F2-C16F-D30D94AAC5D9}"/>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84918374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スライド番号プレースホルダー 2">
            <a:extLst>
              <a:ext uri="{FF2B5EF4-FFF2-40B4-BE49-F238E27FC236}">
                <a16:creationId xmlns:a16="http://schemas.microsoft.com/office/drawing/2014/main" id="{09B85F0D-E8AA-1518-7DCF-3D2757B71E93}"/>
              </a:ext>
            </a:extLst>
          </p:cNvPr>
          <p:cNvSpPr>
            <a:spLocks noGrp="1"/>
          </p:cNvSpPr>
          <p:nvPr>
            <p:ph type="sldNum" sz="quarter" idx="10"/>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44001995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FAE37BFE-8831-0EBF-14F5-B193EDABD3F9}"/>
              </a:ext>
            </a:extLst>
          </p:cNvPr>
          <p:cNvSpPr txBox="1">
            <a:spLocks/>
          </p:cNvSpPr>
          <p:nvPr/>
        </p:nvSpPr>
        <p:spPr>
          <a:xfrm>
            <a:off x="3116893" y="5876043"/>
            <a:ext cx="3994200" cy="1080000"/>
          </a:xfrm>
          <a:prstGeom prst="rect">
            <a:avLst/>
          </a:prstGeom>
          <a:ln>
            <a:noFill/>
          </a:ln>
        </p:spPr>
        <p:txBody>
          <a:bodyPr vert="horz" lIns="51435" tIns="25718" rIns="51435" bIns="25718"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1800">
              <a:solidFill>
                <a:schemeClr val="bg1"/>
              </a:solidFill>
              <a:ea typeface="BIZ UDGothic" panose="020B0400000000000000" pitchFamily="49" charset="-128"/>
              <a:cs typeface="Arial" panose="020B0604020202020204" pitchFamily="34" charset="0"/>
            </a:endParaRPr>
          </a:p>
        </p:txBody>
      </p:sp>
      <p:sp>
        <p:nvSpPr>
          <p:cNvPr id="13" name="スライド番号プレースホルダー 2">
            <a:extLst>
              <a:ext uri="{FF2B5EF4-FFF2-40B4-BE49-F238E27FC236}">
                <a16:creationId xmlns:a16="http://schemas.microsoft.com/office/drawing/2014/main" id="{5AFFC326-78E0-9BBD-4A74-5BBD1F60DDFE}"/>
              </a:ext>
            </a:extLst>
          </p:cNvPr>
          <p:cNvSpPr txBox="1">
            <a:spLocks/>
          </p:cNvSpPr>
          <p:nvPr/>
        </p:nvSpPr>
        <p:spPr>
          <a:xfrm>
            <a:off x="7762462" y="6334546"/>
            <a:ext cx="1190210" cy="384933"/>
          </a:xfrm>
          <a:prstGeom prst="rect">
            <a:avLst/>
          </a:prstGeom>
          <a:ln>
            <a:noFill/>
          </a:ln>
        </p:spPr>
        <p:txBody>
          <a:bodyPr vert="horz" lIns="51435" tIns="25718" rIns="51435" bIns="25718"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125" smtClean="0"/>
              <a:pPr/>
              <a:t>‹#›</a:t>
            </a:fld>
            <a:endParaRPr lang="en-US" sz="1125"/>
          </a:p>
        </p:txBody>
      </p:sp>
    </p:spTree>
    <p:extLst>
      <p:ext uri="{BB962C8B-B14F-4D97-AF65-F5344CB8AC3E}">
        <p14:creationId xmlns:p14="http://schemas.microsoft.com/office/powerpoint/2010/main" val="32242325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8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900"/>
            </a:lvl1pPr>
            <a:lvl2pPr marL="257168" indent="0">
              <a:buNone/>
              <a:defRPr sz="788"/>
            </a:lvl2pPr>
            <a:lvl3pPr marL="514337" indent="0">
              <a:buNone/>
              <a:defRPr sz="675"/>
            </a:lvl3pPr>
            <a:lvl4pPr marL="771506" indent="0">
              <a:buNone/>
              <a:defRPr sz="563"/>
            </a:lvl4pPr>
            <a:lvl5pPr marL="1028675" indent="0">
              <a:buNone/>
              <a:defRPr sz="563"/>
            </a:lvl5pPr>
            <a:lvl6pPr marL="1285843" indent="0">
              <a:buNone/>
              <a:defRPr sz="563"/>
            </a:lvl6pPr>
            <a:lvl7pPr marL="1543012" indent="0">
              <a:buNone/>
              <a:defRPr sz="563"/>
            </a:lvl7pPr>
            <a:lvl8pPr marL="1800180" indent="0">
              <a:buNone/>
              <a:defRPr sz="563"/>
            </a:lvl8pPr>
            <a:lvl9pPr marL="2057348" indent="0">
              <a:buNone/>
              <a:defRPr sz="563"/>
            </a:lvl9pPr>
          </a:lstStyle>
          <a:p>
            <a:pPr lvl="0"/>
            <a:r>
              <a:rPr lang="ja-JP" altLang="en-US"/>
              <a:t>マスター テキストの書式設定</a:t>
            </a:r>
          </a:p>
        </p:txBody>
      </p:sp>
      <p:sp>
        <p:nvSpPr>
          <p:cNvPr id="8" name="スライド番号プレースホルダー 2">
            <a:extLst>
              <a:ext uri="{FF2B5EF4-FFF2-40B4-BE49-F238E27FC236}">
                <a16:creationId xmlns:a16="http://schemas.microsoft.com/office/drawing/2014/main" id="{7F2AA56C-A22A-6A61-B9FF-BA0D3E197958}"/>
              </a:ext>
            </a:extLst>
          </p:cNvPr>
          <p:cNvSpPr txBox="1">
            <a:spLocks/>
          </p:cNvSpPr>
          <p:nvPr/>
        </p:nvSpPr>
        <p:spPr>
          <a:xfrm>
            <a:off x="7762462" y="6334546"/>
            <a:ext cx="1190210" cy="384933"/>
          </a:xfrm>
          <a:prstGeom prst="rect">
            <a:avLst/>
          </a:prstGeom>
          <a:ln>
            <a:noFill/>
          </a:ln>
        </p:spPr>
        <p:txBody>
          <a:bodyPr vert="horz" lIns="51435" tIns="25718" rIns="51435" bIns="25718"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125" smtClean="0"/>
              <a:pPr/>
              <a:t>‹#›</a:t>
            </a:fld>
            <a:endParaRPr lang="en-US" sz="1125" dirty="0"/>
          </a:p>
        </p:txBody>
      </p:sp>
    </p:spTree>
    <p:extLst>
      <p:ext uri="{BB962C8B-B14F-4D97-AF65-F5344CB8AC3E}">
        <p14:creationId xmlns:p14="http://schemas.microsoft.com/office/powerpoint/2010/main" val="30056823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8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1800"/>
            </a:lvl1pPr>
            <a:lvl2pPr marL="257168" indent="0">
              <a:buNone/>
              <a:defRPr sz="1575"/>
            </a:lvl2pPr>
            <a:lvl3pPr marL="514337" indent="0">
              <a:buNone/>
              <a:defRPr sz="1350"/>
            </a:lvl3pPr>
            <a:lvl4pPr marL="771506" indent="0">
              <a:buNone/>
              <a:defRPr sz="1125"/>
            </a:lvl4pPr>
            <a:lvl5pPr marL="1028675" indent="0">
              <a:buNone/>
              <a:defRPr sz="1125"/>
            </a:lvl5pPr>
            <a:lvl6pPr marL="1285843" indent="0">
              <a:buNone/>
              <a:defRPr sz="1125"/>
            </a:lvl6pPr>
            <a:lvl7pPr marL="1543012" indent="0">
              <a:buNone/>
              <a:defRPr sz="1125"/>
            </a:lvl7pPr>
            <a:lvl8pPr marL="1800180" indent="0">
              <a:buNone/>
              <a:defRPr sz="1125"/>
            </a:lvl8pPr>
            <a:lvl9pPr marL="2057348" indent="0">
              <a:buNone/>
              <a:defRPr sz="1125"/>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900"/>
            </a:lvl1pPr>
            <a:lvl2pPr marL="257168" indent="0">
              <a:buNone/>
              <a:defRPr sz="788"/>
            </a:lvl2pPr>
            <a:lvl3pPr marL="514337" indent="0">
              <a:buNone/>
              <a:defRPr sz="675"/>
            </a:lvl3pPr>
            <a:lvl4pPr marL="771506" indent="0">
              <a:buNone/>
              <a:defRPr sz="563"/>
            </a:lvl4pPr>
            <a:lvl5pPr marL="1028675" indent="0">
              <a:buNone/>
              <a:defRPr sz="563"/>
            </a:lvl5pPr>
            <a:lvl6pPr marL="1285843" indent="0">
              <a:buNone/>
              <a:defRPr sz="563"/>
            </a:lvl6pPr>
            <a:lvl7pPr marL="1543012" indent="0">
              <a:buNone/>
              <a:defRPr sz="563"/>
            </a:lvl7pPr>
            <a:lvl8pPr marL="1800180" indent="0">
              <a:buNone/>
              <a:defRPr sz="563"/>
            </a:lvl8pPr>
            <a:lvl9pPr marL="2057348" indent="0">
              <a:buNone/>
              <a:defRPr sz="563"/>
            </a:lvl9pPr>
          </a:lstStyle>
          <a:p>
            <a:pPr lvl="0"/>
            <a:r>
              <a:rPr lang="ja-JP" altLang="en-US"/>
              <a:t>マスター テキストの書式設定</a:t>
            </a:r>
          </a:p>
        </p:txBody>
      </p:sp>
      <p:sp>
        <p:nvSpPr>
          <p:cNvPr id="7" name="Slide Number Placeholder 6"/>
          <p:cNvSpPr>
            <a:spLocks noGrp="1"/>
          </p:cNvSpPr>
          <p:nvPr>
            <p:ph type="sldNum" sz="quarter" idx="12"/>
          </p:nvPr>
        </p:nvSpPr>
        <p:spPr>
          <a:xfrm>
            <a:off x="8503117" y="6425512"/>
            <a:ext cx="565205" cy="365125"/>
          </a:xfrm>
          <a:prstGeom prst="rect">
            <a:avLst/>
          </a:prstGeom>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4717949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a:xfrm>
            <a:off x="8503117" y="6425512"/>
            <a:ext cx="565205" cy="365125"/>
          </a:xfrm>
          <a:prstGeom prst="rect">
            <a:avLst/>
          </a:prstGeom>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32869753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a:xfrm>
            <a:off x="8503117" y="6425512"/>
            <a:ext cx="565205" cy="365125"/>
          </a:xfrm>
          <a:prstGeom prst="rect">
            <a:avLst/>
          </a:prstGeom>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20520927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2109" b="1"/>
              <a:t>マスター タイトルの書式設定</a:t>
            </a:r>
            <a:endParaRPr sz="2109" b="1" dirty="0"/>
          </a:p>
        </p:txBody>
      </p:sp>
      <p:sp>
        <p:nvSpPr>
          <p:cNvPr id="22" name="Shape 22"/>
          <p:cNvSpPr>
            <a:spLocks noGrp="1"/>
          </p:cNvSpPr>
          <p:nvPr>
            <p:ph type="body" idx="1"/>
          </p:nvPr>
        </p:nvSpPr>
        <p:spPr>
          <a:prstGeom prst="rect">
            <a:avLst/>
          </a:prstGeom>
        </p:spPr>
        <p:txBody>
          <a:bodyPr/>
          <a:lstStyle/>
          <a:p>
            <a:pPr lvl="0">
              <a:defRPr sz="1800"/>
            </a:pPr>
            <a:r>
              <a:rPr lang="ja-JP" altLang="en-US" sz="1898"/>
              <a:t>マスター テキストの書式設定</a:t>
            </a:r>
          </a:p>
          <a:p>
            <a:pPr lvl="1">
              <a:defRPr sz="1800"/>
            </a:pPr>
            <a:r>
              <a:rPr lang="ja-JP" altLang="en-US" sz="1898"/>
              <a:t>第 </a:t>
            </a:r>
            <a:r>
              <a:rPr lang="en-US" altLang="ja-JP" sz="1898"/>
              <a:t>2 </a:t>
            </a:r>
            <a:r>
              <a:rPr lang="ja-JP" altLang="en-US" sz="1898"/>
              <a:t>レベル</a:t>
            </a:r>
          </a:p>
          <a:p>
            <a:pPr lvl="2">
              <a:defRPr sz="1800"/>
            </a:pPr>
            <a:r>
              <a:rPr lang="ja-JP" altLang="en-US" sz="1898"/>
              <a:t>第 </a:t>
            </a:r>
            <a:r>
              <a:rPr lang="en-US" altLang="ja-JP" sz="1898"/>
              <a:t>3 </a:t>
            </a:r>
            <a:r>
              <a:rPr lang="ja-JP" altLang="en-US" sz="1898"/>
              <a:t>レベル</a:t>
            </a:r>
          </a:p>
          <a:p>
            <a:pPr lvl="3">
              <a:defRPr sz="1800"/>
            </a:pPr>
            <a:r>
              <a:rPr lang="ja-JP" altLang="en-US" sz="1898"/>
              <a:t>第 </a:t>
            </a:r>
            <a:r>
              <a:rPr lang="en-US" altLang="ja-JP" sz="1898"/>
              <a:t>4 </a:t>
            </a:r>
            <a:r>
              <a:rPr lang="ja-JP" altLang="en-US" sz="1898"/>
              <a:t>レベル</a:t>
            </a:r>
          </a:p>
          <a:p>
            <a:pPr lvl="4">
              <a:defRPr sz="1800"/>
            </a:pPr>
            <a:r>
              <a:rPr lang="ja-JP" altLang="en-US" sz="1898"/>
              <a:t>第 </a:t>
            </a:r>
            <a:r>
              <a:rPr lang="en-US" altLang="ja-JP" sz="1898"/>
              <a:t>5 </a:t>
            </a:r>
            <a:r>
              <a:rPr lang="ja-JP" altLang="en-US" sz="1898"/>
              <a:t>レベル</a:t>
            </a:r>
            <a:endParaRPr sz="1898" dirty="0"/>
          </a:p>
        </p:txBody>
      </p:sp>
      <p:sp>
        <p:nvSpPr>
          <p:cNvPr id="4" name="スライド番号プレースホルダー 3">
            <a:extLst>
              <a:ext uri="{FF2B5EF4-FFF2-40B4-BE49-F238E27FC236}">
                <a16:creationId xmlns:a16="http://schemas.microsoft.com/office/drawing/2014/main" id="{1988B438-C850-6313-CEEF-F644430C5BE8}"/>
              </a:ext>
            </a:extLst>
          </p:cNvPr>
          <p:cNvSpPr>
            <a:spLocks noGrp="1"/>
          </p:cNvSpPr>
          <p:nvPr>
            <p:ph type="sldNum" sz="quarter" idx="10"/>
          </p:nvPr>
        </p:nvSpPr>
        <p:spPr>
          <a:xfrm>
            <a:off x="6986528" y="6356827"/>
            <a:ext cx="2057177" cy="365001"/>
          </a:xfrm>
          <a:prstGeom prst="rect">
            <a:avLst/>
          </a:prstGeom>
        </p:spPr>
        <p:txBody>
          <a:bodyPr vert="horz" lIns="91440" tIns="45720" rIns="91440" bIns="45720" rtlCol="0" anchor="ctr"/>
          <a:lstStyle>
            <a:lvl1pPr algn="r" defTabSz="308055">
              <a:defRPr sz="633">
                <a:solidFill>
                  <a:schemeClr val="tx1">
                    <a:tint val="75000"/>
                  </a:schemeClr>
                </a:solidFill>
                <a:latin typeface="+mn-lt"/>
                <a:ea typeface="+mn-ea"/>
                <a:cs typeface="+mn-cs"/>
                <a:sym typeface="ヒラギノ角ゴ ProN W3"/>
              </a:defRPr>
            </a:lvl1pPr>
            <a:lvl2pPr indent="120544" algn="ctr" defTabSz="308055">
              <a:defRPr sz="1898">
                <a:latin typeface="+mn-lt"/>
                <a:ea typeface="+mn-ea"/>
                <a:cs typeface="+mn-cs"/>
                <a:sym typeface="ヒラギノ角ゴ ProN W3"/>
              </a:defRPr>
            </a:lvl2pPr>
            <a:lvl3pPr indent="241087" algn="ctr" defTabSz="308055">
              <a:defRPr sz="1898">
                <a:latin typeface="+mn-lt"/>
                <a:ea typeface="+mn-ea"/>
                <a:cs typeface="+mn-cs"/>
                <a:sym typeface="ヒラギノ角ゴ ProN W3"/>
              </a:defRPr>
            </a:lvl3pPr>
            <a:lvl4pPr indent="361631" algn="ctr" defTabSz="308055">
              <a:defRPr sz="1898">
                <a:latin typeface="+mn-lt"/>
                <a:ea typeface="+mn-ea"/>
                <a:cs typeface="+mn-cs"/>
                <a:sym typeface="ヒラギノ角ゴ ProN W3"/>
              </a:defRPr>
            </a:lvl4pPr>
            <a:lvl5pPr indent="482174" algn="ctr" defTabSz="308055">
              <a:defRPr sz="1898">
                <a:latin typeface="+mn-lt"/>
                <a:ea typeface="+mn-ea"/>
                <a:cs typeface="+mn-cs"/>
                <a:sym typeface="ヒラギノ角ゴ ProN W3"/>
              </a:defRPr>
            </a:lvl5pPr>
            <a:lvl6pPr indent="602717" algn="ctr" defTabSz="308055">
              <a:defRPr sz="1898">
                <a:latin typeface="+mn-lt"/>
                <a:ea typeface="+mn-ea"/>
                <a:cs typeface="+mn-cs"/>
                <a:sym typeface="ヒラギノ角ゴ ProN W3"/>
              </a:defRPr>
            </a:lvl6pPr>
            <a:lvl7pPr indent="723261" algn="ctr" defTabSz="308055">
              <a:defRPr sz="1898">
                <a:latin typeface="+mn-lt"/>
                <a:ea typeface="+mn-ea"/>
                <a:cs typeface="+mn-cs"/>
                <a:sym typeface="ヒラギノ角ゴ ProN W3"/>
              </a:defRPr>
            </a:lvl7pPr>
            <a:lvl8pPr indent="843805" algn="ctr" defTabSz="308055">
              <a:defRPr sz="1898">
                <a:latin typeface="+mn-lt"/>
                <a:ea typeface="+mn-ea"/>
                <a:cs typeface="+mn-cs"/>
                <a:sym typeface="ヒラギノ角ゴ ProN W3"/>
              </a:defRPr>
            </a:lvl8pPr>
            <a:lvl9pPr indent="964348" algn="ctr" defTabSz="308055">
              <a:defRPr sz="1898">
                <a:latin typeface="+mn-lt"/>
                <a:ea typeface="+mn-ea"/>
                <a:cs typeface="+mn-cs"/>
                <a:sym typeface="ヒラギノ角ゴ ProN W3"/>
              </a:defRPr>
            </a:lvl9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62430666"/>
      </p:ext>
    </p:extLst>
  </p:cSld>
  <p:clrMapOvr>
    <a:masterClrMapping/>
  </p:clrMapOvr>
  <p:transition spd="med"/>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3_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1582" b="1"/>
              <a:t>マスター タイトルの書式設定</a:t>
            </a:r>
            <a:endParaRPr sz="1582" b="1"/>
          </a:p>
        </p:txBody>
      </p:sp>
      <p:sp>
        <p:nvSpPr>
          <p:cNvPr id="2" name="スライド番号プレースホルダー 1">
            <a:extLst>
              <a:ext uri="{FF2B5EF4-FFF2-40B4-BE49-F238E27FC236}">
                <a16:creationId xmlns:a16="http://schemas.microsoft.com/office/drawing/2014/main" id="{68655D5C-0856-1545-A5BF-8E6A137F7019}"/>
              </a:ext>
            </a:extLst>
          </p:cNvPr>
          <p:cNvSpPr>
            <a:spLocks noGrp="1"/>
          </p:cNvSpPr>
          <p:nvPr>
            <p:ph type="sldNum" sz="quarter" idx="10"/>
          </p:nvPr>
        </p:nvSpPr>
        <p:spPr>
          <a:xfrm>
            <a:off x="8503117" y="6425512"/>
            <a:ext cx="565205" cy="365125"/>
          </a:xfrm>
          <a:prstGeom prst="rect">
            <a:avLst/>
          </a:prstGeom>
        </p:spPr>
        <p:txBody>
          <a:bodyPr/>
          <a:lstStyle/>
          <a:p>
            <a:fld id="{1BA0AA21-87FF-B84E-A2D6-7D0F041D0AAE}" type="slidenum">
              <a:rPr kumimoji="1" lang="ja-JP" altLang="en-US" smtClean="0"/>
              <a:t>‹#›</a:t>
            </a:fld>
            <a:endParaRPr kumimoji="1" lang="ja-JP" altLang="en-US"/>
          </a:p>
        </p:txBody>
      </p:sp>
      <p:sp>
        <p:nvSpPr>
          <p:cNvPr id="6" name="テキスト プレースホルダー 5">
            <a:extLst>
              <a:ext uri="{FF2B5EF4-FFF2-40B4-BE49-F238E27FC236}">
                <a16:creationId xmlns:a16="http://schemas.microsoft.com/office/drawing/2014/main" id="{C6B8CFED-1335-974E-9EEA-4EF556F20EB3}"/>
              </a:ext>
            </a:extLst>
          </p:cNvPr>
          <p:cNvSpPr>
            <a:spLocks noGrp="1"/>
          </p:cNvSpPr>
          <p:nvPr>
            <p:ph type="body" sz="quarter" idx="11"/>
          </p:nvPr>
        </p:nvSpPr>
        <p:spPr>
          <a:xfrm>
            <a:off x="129132" y="682410"/>
            <a:ext cx="8910962" cy="614636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8576347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5E6C8C-1102-B5A6-6D2E-A4B6FC7C8055}"/>
              </a:ext>
            </a:extLst>
          </p:cNvPr>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D182C69-0B36-B5C5-12A9-024BF8A37872}"/>
              </a:ext>
            </a:extLst>
          </p:cNvPr>
          <p:cNvSpPr>
            <a:spLocks noGrp="1"/>
          </p:cNvSpPr>
          <p:nvPr>
            <p:ph type="subTitle" idx="1"/>
          </p:nvPr>
        </p:nvSpPr>
        <p:spPr>
          <a:xfrm>
            <a:off x="1143000" y="3602038"/>
            <a:ext cx="6858000"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C58D633-A32E-8307-EFC9-F8BEE4718A95}"/>
              </a:ext>
            </a:extLst>
          </p:cNvPr>
          <p:cNvSpPr>
            <a:spLocks noGrp="1"/>
          </p:cNvSpPr>
          <p:nvPr>
            <p:ph type="dt" sz="half" idx="10"/>
          </p:nvPr>
        </p:nvSpPr>
        <p:spPr/>
        <p:txBody>
          <a:bodyPr/>
          <a:lstStyle/>
          <a:p>
            <a:fld id="{9BE842E6-3B39-9E41-826A-27ED5CD166D7}"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FEF84D71-BA02-6AB7-F0D0-A6786EAC1B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A9B5AE-9959-40C1-B13A-964A8BDBAA30}"/>
              </a:ext>
            </a:extLst>
          </p:cNvPr>
          <p:cNvSpPr>
            <a:spLocks noGrp="1"/>
          </p:cNvSpPr>
          <p:nvPr>
            <p:ph type="sldNum" sz="quarter" idx="12"/>
          </p:nvPr>
        </p:nvSpPr>
        <p:spPr>
          <a:xfrm>
            <a:off x="8503117" y="6425512"/>
            <a:ext cx="565205" cy="365125"/>
          </a:xfrm>
          <a:prstGeom prst="rect">
            <a:avLst/>
          </a:prstGeom>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46220337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9166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ユーザー設定レイアウト">
    <p:spTree>
      <p:nvGrpSpPr>
        <p:cNvPr id="1" name=""/>
        <p:cNvGrpSpPr/>
        <p:nvPr/>
      </p:nvGrpSpPr>
      <p:grpSpPr>
        <a:xfrm>
          <a:off x="0" y="0"/>
          <a:ext cx="0" cy="0"/>
          <a:chOff x="0" y="0"/>
          <a:chExt cx="0" cy="0"/>
        </a:xfrm>
      </p:grpSpPr>
      <p:sp>
        <p:nvSpPr>
          <p:cNvPr id="8" name="平行四辺形 7">
            <a:extLst>
              <a:ext uri="{FF2B5EF4-FFF2-40B4-BE49-F238E27FC236}">
                <a16:creationId xmlns:a16="http://schemas.microsoft.com/office/drawing/2014/main" id="{D7C6BBBA-58F0-AA91-E0FF-77375EB4F6F3}"/>
              </a:ext>
            </a:extLst>
          </p:cNvPr>
          <p:cNvSpPr/>
          <p:nvPr/>
        </p:nvSpPr>
        <p:spPr>
          <a:xfrm>
            <a:off x="188260" y="736904"/>
            <a:ext cx="7955952" cy="91441"/>
          </a:xfrm>
          <a:prstGeom prst="parallelogram">
            <a:avLst/>
          </a:prstGeom>
          <a:gradFill flip="none" rotWithShape="1">
            <a:gsLst>
              <a:gs pos="0">
                <a:schemeClr val="accent4">
                  <a:lumMod val="75000"/>
                </a:schemeClr>
              </a:gs>
              <a:gs pos="100000">
                <a:schemeClr val="accent4">
                  <a:lumMod val="75000"/>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9" name="テキスト プレースホルダー 18">
            <a:extLst>
              <a:ext uri="{FF2B5EF4-FFF2-40B4-BE49-F238E27FC236}">
                <a16:creationId xmlns:a16="http://schemas.microsoft.com/office/drawing/2014/main" id="{60BB1EAA-51DF-819F-1C51-D44F2A9FC8F5}"/>
              </a:ext>
            </a:extLst>
          </p:cNvPr>
          <p:cNvSpPr>
            <a:spLocks noGrp="1"/>
          </p:cNvSpPr>
          <p:nvPr>
            <p:ph type="body" sz="quarter" idx="13"/>
          </p:nvPr>
        </p:nvSpPr>
        <p:spPr>
          <a:xfrm>
            <a:off x="257177" y="952500"/>
            <a:ext cx="8594725" cy="5168900"/>
          </a:xfrm>
        </p:spPr>
        <p:txBody>
          <a:bodyPr/>
          <a:lstStyle>
            <a:lvl1pPr marL="128585" indent="-128585">
              <a:buClr>
                <a:schemeClr val="accent1"/>
              </a:buClr>
              <a:buFont typeface="Wingdings" panose="05000000000000000000" pitchFamily="2" charset="2"/>
              <a:buChar char="Ø"/>
              <a:defRPr sz="1800">
                <a:latin typeface="MS PGothic" panose="020B0600070205080204" pitchFamily="34" charset="-128"/>
                <a:ea typeface="MS PGothic" panose="020B0600070205080204" pitchFamily="34" charset="-128"/>
              </a:defRPr>
            </a:lvl1pPr>
            <a:lvl2pPr marL="385754" indent="-128585">
              <a:buFont typeface="Wingdings" panose="05000000000000000000" pitchFamily="2" charset="2"/>
              <a:buChar char="n"/>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タイトル 8">
            <a:extLst>
              <a:ext uri="{FF2B5EF4-FFF2-40B4-BE49-F238E27FC236}">
                <a16:creationId xmlns:a16="http://schemas.microsoft.com/office/drawing/2014/main" id="{9E63E15F-51C5-F8CA-158C-F23F370FCF3E}"/>
              </a:ext>
            </a:extLst>
          </p:cNvPr>
          <p:cNvSpPr>
            <a:spLocks noGrp="1"/>
          </p:cNvSpPr>
          <p:nvPr>
            <p:ph type="title"/>
          </p:nvPr>
        </p:nvSpPr>
        <p:spPr>
          <a:xfrm>
            <a:off x="188260" y="138528"/>
            <a:ext cx="7886700" cy="813972"/>
          </a:xfrm>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9DD443BF-C553-FF01-4006-58B9D7C20BB2}"/>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37970681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AC4DD1-D621-6BA7-B31B-62F718153696}"/>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2E0DDF09-650F-B5FD-7FE8-223A8CB85F1C}"/>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41760249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15">
            <a:extLst>
              <a:ext uri="{FF2B5EF4-FFF2-40B4-BE49-F238E27FC236}">
                <a16:creationId xmlns:a16="http://schemas.microsoft.com/office/drawing/2014/main" id="{48CB5919-E356-EE1C-95C6-452C215AE8A4}"/>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E6D83523-ECD9-65F2-31C2-FECA6D03E83B}"/>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82791691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7" y="1709738"/>
            <a:ext cx="7886700" cy="2852737"/>
          </a:xfrm>
        </p:spPr>
        <p:txBody>
          <a:bodyPr anchor="b"/>
          <a:lstStyle>
            <a:lvl1pPr algn="ctr">
              <a:defRPr sz="3300">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7" y="4589470"/>
            <a:ext cx="7886700" cy="1500187"/>
          </a:xfrm>
        </p:spPr>
        <p:txBody>
          <a:bodyPr/>
          <a:lstStyle>
            <a:lvl1pPr marL="0" indent="0">
              <a:buNone/>
              <a:defRPr sz="1350">
                <a:solidFill>
                  <a:schemeClr val="tx1"/>
                </a:solidFill>
                <a:latin typeface="MS PGothic" panose="020B0600070205080204" pitchFamily="34" charset="-128"/>
                <a:ea typeface="MS PGothic" panose="020B0600070205080204" pitchFamily="34" charset="-128"/>
              </a:defRPr>
            </a:lvl1pPr>
            <a:lvl2pPr marL="257168" indent="0">
              <a:buNone/>
              <a:defRPr sz="1125">
                <a:solidFill>
                  <a:schemeClr val="tx1">
                    <a:tint val="82000"/>
                  </a:schemeClr>
                </a:solidFill>
              </a:defRPr>
            </a:lvl2pPr>
            <a:lvl3pPr marL="514337" indent="0">
              <a:buNone/>
              <a:defRPr sz="1013">
                <a:solidFill>
                  <a:schemeClr val="tx1">
                    <a:tint val="82000"/>
                  </a:schemeClr>
                </a:solidFill>
              </a:defRPr>
            </a:lvl3pPr>
            <a:lvl4pPr marL="771506" indent="0">
              <a:buNone/>
              <a:defRPr sz="900">
                <a:solidFill>
                  <a:schemeClr val="tx1">
                    <a:tint val="82000"/>
                  </a:schemeClr>
                </a:solidFill>
              </a:defRPr>
            </a:lvl4pPr>
            <a:lvl5pPr marL="1028675" indent="0">
              <a:buNone/>
              <a:defRPr sz="900">
                <a:solidFill>
                  <a:schemeClr val="tx1">
                    <a:tint val="82000"/>
                  </a:schemeClr>
                </a:solidFill>
              </a:defRPr>
            </a:lvl5pPr>
            <a:lvl6pPr marL="1285843" indent="0">
              <a:buNone/>
              <a:defRPr sz="900">
                <a:solidFill>
                  <a:schemeClr val="tx1">
                    <a:tint val="82000"/>
                  </a:schemeClr>
                </a:solidFill>
              </a:defRPr>
            </a:lvl6pPr>
            <a:lvl7pPr marL="1543012" indent="0">
              <a:buNone/>
              <a:defRPr sz="900">
                <a:solidFill>
                  <a:schemeClr val="tx1">
                    <a:tint val="82000"/>
                  </a:schemeClr>
                </a:solidFill>
              </a:defRPr>
            </a:lvl7pPr>
            <a:lvl8pPr marL="1800180" indent="0">
              <a:buNone/>
              <a:defRPr sz="900">
                <a:solidFill>
                  <a:schemeClr val="tx1">
                    <a:tint val="82000"/>
                  </a:schemeClr>
                </a:solidFill>
              </a:defRPr>
            </a:lvl8pPr>
            <a:lvl9pPr marL="2057348" indent="0">
              <a:buNone/>
              <a:defRPr sz="900">
                <a:solidFill>
                  <a:schemeClr val="tx1">
                    <a:tint val="82000"/>
                  </a:schemeClr>
                </a:solidFill>
              </a:defRPr>
            </a:lvl9pPr>
          </a:lstStyle>
          <a:p>
            <a:pPr lvl="0"/>
            <a:r>
              <a:rPr lang="ja-JP" altLang="en-US"/>
              <a:t>マスター テキストの書式設定</a:t>
            </a:r>
          </a:p>
        </p:txBody>
      </p:sp>
      <p:sp>
        <p:nvSpPr>
          <p:cNvPr id="4" name="スライド番号プレースホルダー 2">
            <a:extLst>
              <a:ext uri="{FF2B5EF4-FFF2-40B4-BE49-F238E27FC236}">
                <a16:creationId xmlns:a16="http://schemas.microsoft.com/office/drawing/2014/main" id="{71E49324-9794-C847-1BF6-2C2FEC3BC596}"/>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79357493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258538"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2"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スライド番号プレースホルダー 2">
            <a:extLst>
              <a:ext uri="{FF2B5EF4-FFF2-40B4-BE49-F238E27FC236}">
                <a16:creationId xmlns:a16="http://schemas.microsoft.com/office/drawing/2014/main" id="{327B4EF7-5220-BC1C-4313-02AB0F9B35FA}"/>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37865304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350" b="1">
                <a:latin typeface="MS PGothic" panose="020B0600070205080204" pitchFamily="34" charset="-128"/>
                <a:ea typeface="MS PGothic" panose="020B0600070205080204" pitchFamily="34" charset="-128"/>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1350" b="1">
                <a:latin typeface="MS PGothic" panose="020B0600070205080204" pitchFamily="34" charset="-128"/>
                <a:ea typeface="MS PGothic" panose="020B0600070205080204" pitchFamily="34" charset="-128"/>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ja-JP" altLang="en-US"/>
              <a:t>マスター テキストの書式設定</a:t>
            </a:r>
          </a:p>
        </p:txBody>
      </p:sp>
      <p:sp>
        <p:nvSpPr>
          <p:cNvPr id="6" name="Content Placeholder 5"/>
          <p:cNvSpPr>
            <a:spLocks noGrp="1"/>
          </p:cNvSpPr>
          <p:nvPr>
            <p:ph sz="quarter" idx="4"/>
          </p:nvPr>
        </p:nvSpPr>
        <p:spPr>
          <a:xfrm>
            <a:off x="4629152" y="2505075"/>
            <a:ext cx="3887391"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4">
            <a:extLst>
              <a:ext uri="{FF2B5EF4-FFF2-40B4-BE49-F238E27FC236}">
                <a16:creationId xmlns:a16="http://schemas.microsoft.com/office/drawing/2014/main" id="{3807B893-AD53-4CA3-092C-B4386A867370}"/>
              </a:ext>
            </a:extLst>
          </p:cNvPr>
          <p:cNvSpPr txBox="1">
            <a:spLocks/>
          </p:cNvSpPr>
          <p:nvPr/>
        </p:nvSpPr>
        <p:spPr>
          <a:xfrm>
            <a:off x="3116893" y="5876043"/>
            <a:ext cx="3994200" cy="1080000"/>
          </a:xfrm>
          <a:prstGeom prst="rect">
            <a:avLst/>
          </a:prstGeom>
          <a:ln>
            <a:noFill/>
          </a:ln>
        </p:spPr>
        <p:txBody>
          <a:bodyPr vert="horz" lIns="51435" tIns="25718" rIns="51435" bIns="25718"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1800">
              <a:solidFill>
                <a:schemeClr val="bg1"/>
              </a:solidFill>
              <a:ea typeface="BIZ UDGothic" panose="020B0400000000000000" pitchFamily="49" charset="-128"/>
              <a:cs typeface="Arial" panose="020B0604020202020204" pitchFamily="34" charset="0"/>
            </a:endParaRPr>
          </a:p>
        </p:txBody>
      </p:sp>
      <p:sp>
        <p:nvSpPr>
          <p:cNvPr id="7" name="スライド番号プレースホルダー 2">
            <a:extLst>
              <a:ext uri="{FF2B5EF4-FFF2-40B4-BE49-F238E27FC236}">
                <a16:creationId xmlns:a16="http://schemas.microsoft.com/office/drawing/2014/main" id="{2956E0DE-09B7-98F2-C16F-D30D94AAC5D9}"/>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63481122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スライド番号プレースホルダー 2">
            <a:extLst>
              <a:ext uri="{FF2B5EF4-FFF2-40B4-BE49-F238E27FC236}">
                <a16:creationId xmlns:a16="http://schemas.microsoft.com/office/drawing/2014/main" id="{09B85F0D-E8AA-1518-7DCF-3D2757B71E93}"/>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89774795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FAE37BFE-8831-0EBF-14F5-B193EDABD3F9}"/>
              </a:ext>
            </a:extLst>
          </p:cNvPr>
          <p:cNvSpPr txBox="1">
            <a:spLocks/>
          </p:cNvSpPr>
          <p:nvPr/>
        </p:nvSpPr>
        <p:spPr>
          <a:xfrm>
            <a:off x="3116893" y="5876043"/>
            <a:ext cx="3994200" cy="1080000"/>
          </a:xfrm>
          <a:prstGeom prst="rect">
            <a:avLst/>
          </a:prstGeom>
          <a:ln>
            <a:noFill/>
          </a:ln>
        </p:spPr>
        <p:txBody>
          <a:bodyPr vert="horz" lIns="51435" tIns="25718" rIns="51435" bIns="25718"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1800">
              <a:solidFill>
                <a:schemeClr val="bg1"/>
              </a:solidFill>
              <a:ea typeface="BIZ UDGothic" panose="020B0400000000000000" pitchFamily="49" charset="-128"/>
              <a:cs typeface="Arial" panose="020B0604020202020204" pitchFamily="34" charset="0"/>
            </a:endParaRPr>
          </a:p>
        </p:txBody>
      </p:sp>
      <p:sp>
        <p:nvSpPr>
          <p:cNvPr id="13" name="スライド番号プレースホルダー 2">
            <a:extLst>
              <a:ext uri="{FF2B5EF4-FFF2-40B4-BE49-F238E27FC236}">
                <a16:creationId xmlns:a16="http://schemas.microsoft.com/office/drawing/2014/main" id="{5AFFC326-78E0-9BBD-4A74-5BBD1F60DDFE}"/>
              </a:ext>
            </a:extLst>
          </p:cNvPr>
          <p:cNvSpPr txBox="1">
            <a:spLocks/>
          </p:cNvSpPr>
          <p:nvPr/>
        </p:nvSpPr>
        <p:spPr>
          <a:xfrm>
            <a:off x="7762462" y="6334546"/>
            <a:ext cx="1190210" cy="384933"/>
          </a:xfrm>
          <a:prstGeom prst="rect">
            <a:avLst/>
          </a:prstGeom>
          <a:ln>
            <a:noFill/>
          </a:ln>
        </p:spPr>
        <p:txBody>
          <a:bodyPr vert="horz" lIns="51435" tIns="25718" rIns="51435" bIns="25718"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125" smtClean="0"/>
              <a:pPr/>
              <a:t>‹#›</a:t>
            </a:fld>
            <a:endParaRPr lang="en-US" sz="1125"/>
          </a:p>
        </p:txBody>
      </p:sp>
    </p:spTree>
    <p:extLst>
      <p:ext uri="{BB962C8B-B14F-4D97-AF65-F5344CB8AC3E}">
        <p14:creationId xmlns:p14="http://schemas.microsoft.com/office/powerpoint/2010/main" val="389722449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8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900"/>
            </a:lvl1pPr>
            <a:lvl2pPr marL="257168" indent="0">
              <a:buNone/>
              <a:defRPr sz="788"/>
            </a:lvl2pPr>
            <a:lvl3pPr marL="514337" indent="0">
              <a:buNone/>
              <a:defRPr sz="675"/>
            </a:lvl3pPr>
            <a:lvl4pPr marL="771506" indent="0">
              <a:buNone/>
              <a:defRPr sz="563"/>
            </a:lvl4pPr>
            <a:lvl5pPr marL="1028675" indent="0">
              <a:buNone/>
              <a:defRPr sz="563"/>
            </a:lvl5pPr>
            <a:lvl6pPr marL="1285843" indent="0">
              <a:buNone/>
              <a:defRPr sz="563"/>
            </a:lvl6pPr>
            <a:lvl7pPr marL="1543012" indent="0">
              <a:buNone/>
              <a:defRPr sz="563"/>
            </a:lvl7pPr>
            <a:lvl8pPr marL="1800180" indent="0">
              <a:buNone/>
              <a:defRPr sz="563"/>
            </a:lvl8pPr>
            <a:lvl9pPr marL="2057348" indent="0">
              <a:buNone/>
              <a:defRPr sz="563"/>
            </a:lvl9pPr>
          </a:lstStyle>
          <a:p>
            <a:pPr lvl="0"/>
            <a:r>
              <a:rPr lang="ja-JP" altLang="en-US"/>
              <a:t>マスター テキストの書式設定</a:t>
            </a:r>
          </a:p>
        </p:txBody>
      </p:sp>
      <p:sp>
        <p:nvSpPr>
          <p:cNvPr id="8" name="スライド番号プレースホルダー 2">
            <a:extLst>
              <a:ext uri="{FF2B5EF4-FFF2-40B4-BE49-F238E27FC236}">
                <a16:creationId xmlns:a16="http://schemas.microsoft.com/office/drawing/2014/main" id="{7F2AA56C-A22A-6A61-B9FF-BA0D3E197958}"/>
              </a:ext>
            </a:extLst>
          </p:cNvPr>
          <p:cNvSpPr txBox="1">
            <a:spLocks/>
          </p:cNvSpPr>
          <p:nvPr/>
        </p:nvSpPr>
        <p:spPr>
          <a:xfrm>
            <a:off x="7762462" y="6334546"/>
            <a:ext cx="1190210" cy="384933"/>
          </a:xfrm>
          <a:prstGeom prst="rect">
            <a:avLst/>
          </a:prstGeom>
          <a:ln>
            <a:noFill/>
          </a:ln>
        </p:spPr>
        <p:txBody>
          <a:bodyPr vert="horz" lIns="51435" tIns="25718" rIns="51435" bIns="25718"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125" smtClean="0"/>
              <a:pPr/>
              <a:t>‹#›</a:t>
            </a:fld>
            <a:endParaRPr lang="en-US" sz="1125" dirty="0"/>
          </a:p>
        </p:txBody>
      </p:sp>
    </p:spTree>
    <p:extLst>
      <p:ext uri="{BB962C8B-B14F-4D97-AF65-F5344CB8AC3E}">
        <p14:creationId xmlns:p14="http://schemas.microsoft.com/office/powerpoint/2010/main" val="254468780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8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1800"/>
            </a:lvl1pPr>
            <a:lvl2pPr marL="257168" indent="0">
              <a:buNone/>
              <a:defRPr sz="1575"/>
            </a:lvl2pPr>
            <a:lvl3pPr marL="514337" indent="0">
              <a:buNone/>
              <a:defRPr sz="1350"/>
            </a:lvl3pPr>
            <a:lvl4pPr marL="771506" indent="0">
              <a:buNone/>
              <a:defRPr sz="1125"/>
            </a:lvl4pPr>
            <a:lvl5pPr marL="1028675" indent="0">
              <a:buNone/>
              <a:defRPr sz="1125"/>
            </a:lvl5pPr>
            <a:lvl6pPr marL="1285843" indent="0">
              <a:buNone/>
              <a:defRPr sz="1125"/>
            </a:lvl6pPr>
            <a:lvl7pPr marL="1543012" indent="0">
              <a:buNone/>
              <a:defRPr sz="1125"/>
            </a:lvl7pPr>
            <a:lvl8pPr marL="1800180" indent="0">
              <a:buNone/>
              <a:defRPr sz="1125"/>
            </a:lvl8pPr>
            <a:lvl9pPr marL="2057348" indent="0">
              <a:buNone/>
              <a:defRPr sz="1125"/>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900"/>
            </a:lvl1pPr>
            <a:lvl2pPr marL="257168" indent="0">
              <a:buNone/>
              <a:defRPr sz="788"/>
            </a:lvl2pPr>
            <a:lvl3pPr marL="514337" indent="0">
              <a:buNone/>
              <a:defRPr sz="675"/>
            </a:lvl3pPr>
            <a:lvl4pPr marL="771506" indent="0">
              <a:buNone/>
              <a:defRPr sz="563"/>
            </a:lvl4pPr>
            <a:lvl5pPr marL="1028675" indent="0">
              <a:buNone/>
              <a:defRPr sz="563"/>
            </a:lvl5pPr>
            <a:lvl6pPr marL="1285843" indent="0">
              <a:buNone/>
              <a:defRPr sz="563"/>
            </a:lvl6pPr>
            <a:lvl7pPr marL="1543012" indent="0">
              <a:buNone/>
              <a:defRPr sz="563"/>
            </a:lvl7pPr>
            <a:lvl8pPr marL="1800180" indent="0">
              <a:buNone/>
              <a:defRPr sz="563"/>
            </a:lvl8pPr>
            <a:lvl9pPr marL="2057348" indent="0">
              <a:buNone/>
              <a:defRPr sz="563"/>
            </a:lvl9pPr>
          </a:lstStyle>
          <a:p>
            <a:pPr lvl="0"/>
            <a:r>
              <a:rPr lang="ja-JP" altLang="en-US"/>
              <a:t>マスター テキストの書式設定</a:t>
            </a:r>
          </a:p>
        </p:txBody>
      </p:sp>
      <p:sp>
        <p:nvSpPr>
          <p:cNvPr id="7" name="Slide Number Placeholder 6"/>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79573761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22252775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32043649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2109" b="1"/>
              <a:t>マスター タイトルの書式設定</a:t>
            </a:r>
            <a:endParaRPr sz="2109" b="1" dirty="0"/>
          </a:p>
        </p:txBody>
      </p:sp>
      <p:sp>
        <p:nvSpPr>
          <p:cNvPr id="22" name="Shape 22"/>
          <p:cNvSpPr>
            <a:spLocks noGrp="1"/>
          </p:cNvSpPr>
          <p:nvPr>
            <p:ph type="body" idx="1"/>
          </p:nvPr>
        </p:nvSpPr>
        <p:spPr>
          <a:prstGeom prst="rect">
            <a:avLst/>
          </a:prstGeom>
        </p:spPr>
        <p:txBody>
          <a:bodyPr/>
          <a:lstStyle/>
          <a:p>
            <a:pPr lvl="0">
              <a:defRPr sz="1800"/>
            </a:pPr>
            <a:r>
              <a:rPr lang="ja-JP" altLang="en-US" sz="1898"/>
              <a:t>マスター テキストの書式設定</a:t>
            </a:r>
          </a:p>
          <a:p>
            <a:pPr lvl="1">
              <a:defRPr sz="1800"/>
            </a:pPr>
            <a:r>
              <a:rPr lang="ja-JP" altLang="en-US" sz="1898"/>
              <a:t>第 </a:t>
            </a:r>
            <a:r>
              <a:rPr lang="en-US" altLang="ja-JP" sz="1898"/>
              <a:t>2 </a:t>
            </a:r>
            <a:r>
              <a:rPr lang="ja-JP" altLang="en-US" sz="1898"/>
              <a:t>レベル</a:t>
            </a:r>
          </a:p>
          <a:p>
            <a:pPr lvl="2">
              <a:defRPr sz="1800"/>
            </a:pPr>
            <a:r>
              <a:rPr lang="ja-JP" altLang="en-US" sz="1898"/>
              <a:t>第 </a:t>
            </a:r>
            <a:r>
              <a:rPr lang="en-US" altLang="ja-JP" sz="1898"/>
              <a:t>3 </a:t>
            </a:r>
            <a:r>
              <a:rPr lang="ja-JP" altLang="en-US" sz="1898"/>
              <a:t>レベル</a:t>
            </a:r>
          </a:p>
          <a:p>
            <a:pPr lvl="3">
              <a:defRPr sz="1800"/>
            </a:pPr>
            <a:r>
              <a:rPr lang="ja-JP" altLang="en-US" sz="1898"/>
              <a:t>第 </a:t>
            </a:r>
            <a:r>
              <a:rPr lang="en-US" altLang="ja-JP" sz="1898"/>
              <a:t>4 </a:t>
            </a:r>
            <a:r>
              <a:rPr lang="ja-JP" altLang="en-US" sz="1898"/>
              <a:t>レベル</a:t>
            </a:r>
          </a:p>
          <a:p>
            <a:pPr lvl="4">
              <a:defRPr sz="1800"/>
            </a:pPr>
            <a:r>
              <a:rPr lang="ja-JP" altLang="en-US" sz="1898"/>
              <a:t>第 </a:t>
            </a:r>
            <a:r>
              <a:rPr lang="en-US" altLang="ja-JP" sz="1898"/>
              <a:t>5 </a:t>
            </a:r>
            <a:r>
              <a:rPr lang="ja-JP" altLang="en-US" sz="1898"/>
              <a:t>レベル</a:t>
            </a:r>
            <a:endParaRPr sz="1898" dirty="0"/>
          </a:p>
        </p:txBody>
      </p:sp>
      <p:sp>
        <p:nvSpPr>
          <p:cNvPr id="4" name="スライド番号プレースホルダー 3">
            <a:extLst>
              <a:ext uri="{FF2B5EF4-FFF2-40B4-BE49-F238E27FC236}">
                <a16:creationId xmlns:a16="http://schemas.microsoft.com/office/drawing/2014/main" id="{1988B438-C850-6313-CEEF-F644430C5BE8}"/>
              </a:ext>
            </a:extLst>
          </p:cNvPr>
          <p:cNvSpPr>
            <a:spLocks noGrp="1"/>
          </p:cNvSpPr>
          <p:nvPr>
            <p:ph type="sldNum" sz="quarter" idx="10"/>
          </p:nvPr>
        </p:nvSpPr>
        <p:spPr>
          <a:xfrm>
            <a:off x="6986528" y="6356827"/>
            <a:ext cx="2057177" cy="365001"/>
          </a:xfrm>
          <a:prstGeom prst="rect">
            <a:avLst/>
          </a:prstGeom>
        </p:spPr>
        <p:txBody>
          <a:bodyPr vert="horz" lIns="91440" tIns="45720" rIns="91440" bIns="45720" rtlCol="0" anchor="ctr"/>
          <a:lstStyle>
            <a:lvl1pPr algn="r" defTabSz="308055">
              <a:defRPr sz="633">
                <a:solidFill>
                  <a:schemeClr val="tx1">
                    <a:tint val="75000"/>
                  </a:schemeClr>
                </a:solidFill>
                <a:latin typeface="+mn-lt"/>
                <a:ea typeface="+mn-ea"/>
                <a:cs typeface="+mn-cs"/>
                <a:sym typeface="ヒラギノ角ゴ ProN W3"/>
              </a:defRPr>
            </a:lvl1pPr>
            <a:lvl2pPr indent="120544" algn="ctr" defTabSz="308055">
              <a:defRPr sz="1898">
                <a:latin typeface="+mn-lt"/>
                <a:ea typeface="+mn-ea"/>
                <a:cs typeface="+mn-cs"/>
                <a:sym typeface="ヒラギノ角ゴ ProN W3"/>
              </a:defRPr>
            </a:lvl2pPr>
            <a:lvl3pPr indent="241087" algn="ctr" defTabSz="308055">
              <a:defRPr sz="1898">
                <a:latin typeface="+mn-lt"/>
                <a:ea typeface="+mn-ea"/>
                <a:cs typeface="+mn-cs"/>
                <a:sym typeface="ヒラギノ角ゴ ProN W3"/>
              </a:defRPr>
            </a:lvl3pPr>
            <a:lvl4pPr indent="361631" algn="ctr" defTabSz="308055">
              <a:defRPr sz="1898">
                <a:latin typeface="+mn-lt"/>
                <a:ea typeface="+mn-ea"/>
                <a:cs typeface="+mn-cs"/>
                <a:sym typeface="ヒラギノ角ゴ ProN W3"/>
              </a:defRPr>
            </a:lvl4pPr>
            <a:lvl5pPr indent="482174" algn="ctr" defTabSz="308055">
              <a:defRPr sz="1898">
                <a:latin typeface="+mn-lt"/>
                <a:ea typeface="+mn-ea"/>
                <a:cs typeface="+mn-cs"/>
                <a:sym typeface="ヒラギノ角ゴ ProN W3"/>
              </a:defRPr>
            </a:lvl5pPr>
            <a:lvl6pPr indent="602717" algn="ctr" defTabSz="308055">
              <a:defRPr sz="1898">
                <a:latin typeface="+mn-lt"/>
                <a:ea typeface="+mn-ea"/>
                <a:cs typeface="+mn-cs"/>
                <a:sym typeface="ヒラギノ角ゴ ProN W3"/>
              </a:defRPr>
            </a:lvl6pPr>
            <a:lvl7pPr indent="723261" algn="ctr" defTabSz="308055">
              <a:defRPr sz="1898">
                <a:latin typeface="+mn-lt"/>
                <a:ea typeface="+mn-ea"/>
                <a:cs typeface="+mn-cs"/>
                <a:sym typeface="ヒラギノ角ゴ ProN W3"/>
              </a:defRPr>
            </a:lvl7pPr>
            <a:lvl8pPr indent="843805" algn="ctr" defTabSz="308055">
              <a:defRPr sz="1898">
                <a:latin typeface="+mn-lt"/>
                <a:ea typeface="+mn-ea"/>
                <a:cs typeface="+mn-cs"/>
                <a:sym typeface="ヒラギノ角ゴ ProN W3"/>
              </a:defRPr>
            </a:lvl8pPr>
            <a:lvl9pPr indent="964348" algn="ctr" defTabSz="308055">
              <a:defRPr sz="1898">
                <a:latin typeface="+mn-lt"/>
                <a:ea typeface="+mn-ea"/>
                <a:cs typeface="+mn-cs"/>
                <a:sym typeface="ヒラギノ角ゴ ProN W3"/>
              </a:defRPr>
            </a:lvl9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962780277"/>
      </p:ext>
    </p:extLst>
  </p:cSld>
  <p:clrMapOvr>
    <a:masterClrMapping/>
  </p:clrMapOvr>
  <p:transition spd="med"/>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3_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1582" b="1"/>
              <a:t>マスター タイトルの書式設定</a:t>
            </a:r>
            <a:endParaRPr sz="1582" b="1"/>
          </a:p>
        </p:txBody>
      </p:sp>
      <p:sp>
        <p:nvSpPr>
          <p:cNvPr id="2" name="スライド番号プレースホルダー 1">
            <a:extLst>
              <a:ext uri="{FF2B5EF4-FFF2-40B4-BE49-F238E27FC236}">
                <a16:creationId xmlns:a16="http://schemas.microsoft.com/office/drawing/2014/main" id="{68655D5C-0856-1545-A5BF-8E6A137F7019}"/>
              </a:ext>
            </a:extLst>
          </p:cNvPr>
          <p:cNvSpPr>
            <a:spLocks noGrp="1"/>
          </p:cNvSpPr>
          <p:nvPr>
            <p:ph type="sldNum" sz="quarter" idx="10"/>
          </p:nvPr>
        </p:nvSpPr>
        <p:spPr/>
        <p:txBody>
          <a:bodyPr/>
          <a:lstStyle/>
          <a:p>
            <a:fld id="{1BA0AA21-87FF-B84E-A2D6-7D0F041D0AAE}" type="slidenum">
              <a:rPr kumimoji="1" lang="ja-JP" altLang="en-US" smtClean="0"/>
              <a:t>‹#›</a:t>
            </a:fld>
            <a:endParaRPr kumimoji="1" lang="ja-JP" altLang="en-US"/>
          </a:p>
        </p:txBody>
      </p:sp>
      <p:sp>
        <p:nvSpPr>
          <p:cNvPr id="6" name="テキスト プレースホルダー 5">
            <a:extLst>
              <a:ext uri="{FF2B5EF4-FFF2-40B4-BE49-F238E27FC236}">
                <a16:creationId xmlns:a16="http://schemas.microsoft.com/office/drawing/2014/main" id="{C6B8CFED-1335-974E-9EEA-4EF556F20EB3}"/>
              </a:ext>
            </a:extLst>
          </p:cNvPr>
          <p:cNvSpPr>
            <a:spLocks noGrp="1"/>
          </p:cNvSpPr>
          <p:nvPr>
            <p:ph type="body" sz="quarter" idx="11"/>
          </p:nvPr>
        </p:nvSpPr>
        <p:spPr>
          <a:xfrm>
            <a:off x="129132" y="682410"/>
            <a:ext cx="8910962" cy="614636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2962555"/>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1827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_ユーザー設定レイアウト">
    <p:spTree>
      <p:nvGrpSpPr>
        <p:cNvPr id="1" name=""/>
        <p:cNvGrpSpPr/>
        <p:nvPr/>
      </p:nvGrpSpPr>
      <p:grpSpPr>
        <a:xfrm>
          <a:off x="0" y="0"/>
          <a:ext cx="0" cy="0"/>
          <a:chOff x="0" y="0"/>
          <a:chExt cx="0" cy="0"/>
        </a:xfrm>
      </p:grpSpPr>
      <p:sp>
        <p:nvSpPr>
          <p:cNvPr id="8" name="平行四辺形 7">
            <a:extLst>
              <a:ext uri="{FF2B5EF4-FFF2-40B4-BE49-F238E27FC236}">
                <a16:creationId xmlns:a16="http://schemas.microsoft.com/office/drawing/2014/main" id="{D7C6BBBA-58F0-AA91-E0FF-77375EB4F6F3}"/>
              </a:ext>
            </a:extLst>
          </p:cNvPr>
          <p:cNvSpPr/>
          <p:nvPr/>
        </p:nvSpPr>
        <p:spPr>
          <a:xfrm>
            <a:off x="188260" y="736904"/>
            <a:ext cx="7955952" cy="91441"/>
          </a:xfrm>
          <a:prstGeom prst="parallelogram">
            <a:avLst/>
          </a:prstGeom>
          <a:gradFill flip="none" rotWithShape="1">
            <a:gsLst>
              <a:gs pos="0">
                <a:schemeClr val="accent4">
                  <a:lumMod val="75000"/>
                </a:schemeClr>
              </a:gs>
              <a:gs pos="100000">
                <a:schemeClr val="accent4">
                  <a:lumMod val="75000"/>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9" name="テキスト プレースホルダー 18">
            <a:extLst>
              <a:ext uri="{FF2B5EF4-FFF2-40B4-BE49-F238E27FC236}">
                <a16:creationId xmlns:a16="http://schemas.microsoft.com/office/drawing/2014/main" id="{60BB1EAA-51DF-819F-1C51-D44F2A9FC8F5}"/>
              </a:ext>
            </a:extLst>
          </p:cNvPr>
          <p:cNvSpPr>
            <a:spLocks noGrp="1"/>
          </p:cNvSpPr>
          <p:nvPr>
            <p:ph type="body" sz="quarter" idx="13"/>
          </p:nvPr>
        </p:nvSpPr>
        <p:spPr>
          <a:xfrm>
            <a:off x="257177" y="952500"/>
            <a:ext cx="8594725" cy="5168900"/>
          </a:xfrm>
        </p:spPr>
        <p:txBody>
          <a:bodyPr/>
          <a:lstStyle>
            <a:lvl1pPr marL="128585" indent="-128585">
              <a:buClr>
                <a:schemeClr val="accent1"/>
              </a:buClr>
              <a:buFont typeface="Wingdings" panose="05000000000000000000" pitchFamily="2" charset="2"/>
              <a:buChar char="Ø"/>
              <a:defRPr sz="1800">
                <a:latin typeface="MS PGothic" panose="020B0600070205080204" pitchFamily="34" charset="-128"/>
                <a:ea typeface="MS PGothic" panose="020B0600070205080204" pitchFamily="34" charset="-128"/>
              </a:defRPr>
            </a:lvl1pPr>
            <a:lvl2pPr marL="385754" indent="-128585">
              <a:buFont typeface="Wingdings" panose="05000000000000000000" pitchFamily="2" charset="2"/>
              <a:buChar char="n"/>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タイトル 8">
            <a:extLst>
              <a:ext uri="{FF2B5EF4-FFF2-40B4-BE49-F238E27FC236}">
                <a16:creationId xmlns:a16="http://schemas.microsoft.com/office/drawing/2014/main" id="{9E63E15F-51C5-F8CA-158C-F23F370FCF3E}"/>
              </a:ext>
            </a:extLst>
          </p:cNvPr>
          <p:cNvSpPr>
            <a:spLocks noGrp="1"/>
          </p:cNvSpPr>
          <p:nvPr>
            <p:ph type="title"/>
          </p:nvPr>
        </p:nvSpPr>
        <p:spPr>
          <a:xfrm>
            <a:off x="188260" y="138528"/>
            <a:ext cx="7886700" cy="813972"/>
          </a:xfrm>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9DD443BF-C553-FF01-4006-58B9D7C20BB2}"/>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095898269"/>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AC4DD1-D621-6BA7-B31B-62F718153696}"/>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2E0DDF09-650F-B5FD-7FE8-223A8CB85F1C}"/>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862596051"/>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15">
            <a:extLst>
              <a:ext uri="{FF2B5EF4-FFF2-40B4-BE49-F238E27FC236}">
                <a16:creationId xmlns:a16="http://schemas.microsoft.com/office/drawing/2014/main" id="{48CB5919-E356-EE1C-95C6-452C215AE8A4}"/>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E6D83523-ECD9-65F2-31C2-FECA6D03E83B}"/>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593291175"/>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7" y="1709738"/>
            <a:ext cx="7886700" cy="2852737"/>
          </a:xfrm>
        </p:spPr>
        <p:txBody>
          <a:bodyPr anchor="b"/>
          <a:lstStyle>
            <a:lvl1pPr algn="ctr">
              <a:defRPr sz="3300">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7" y="4589470"/>
            <a:ext cx="7886700" cy="1500187"/>
          </a:xfrm>
        </p:spPr>
        <p:txBody>
          <a:bodyPr/>
          <a:lstStyle>
            <a:lvl1pPr marL="0" indent="0">
              <a:buNone/>
              <a:defRPr sz="1350">
                <a:solidFill>
                  <a:schemeClr val="tx1"/>
                </a:solidFill>
                <a:latin typeface="MS PGothic" panose="020B0600070205080204" pitchFamily="34" charset="-128"/>
                <a:ea typeface="MS PGothic" panose="020B0600070205080204" pitchFamily="34" charset="-128"/>
              </a:defRPr>
            </a:lvl1pPr>
            <a:lvl2pPr marL="257168" indent="0">
              <a:buNone/>
              <a:defRPr sz="1125">
                <a:solidFill>
                  <a:schemeClr val="tx1">
                    <a:tint val="82000"/>
                  </a:schemeClr>
                </a:solidFill>
              </a:defRPr>
            </a:lvl2pPr>
            <a:lvl3pPr marL="514337" indent="0">
              <a:buNone/>
              <a:defRPr sz="1013">
                <a:solidFill>
                  <a:schemeClr val="tx1">
                    <a:tint val="82000"/>
                  </a:schemeClr>
                </a:solidFill>
              </a:defRPr>
            </a:lvl3pPr>
            <a:lvl4pPr marL="771506" indent="0">
              <a:buNone/>
              <a:defRPr sz="900">
                <a:solidFill>
                  <a:schemeClr val="tx1">
                    <a:tint val="82000"/>
                  </a:schemeClr>
                </a:solidFill>
              </a:defRPr>
            </a:lvl4pPr>
            <a:lvl5pPr marL="1028675" indent="0">
              <a:buNone/>
              <a:defRPr sz="900">
                <a:solidFill>
                  <a:schemeClr val="tx1">
                    <a:tint val="82000"/>
                  </a:schemeClr>
                </a:solidFill>
              </a:defRPr>
            </a:lvl5pPr>
            <a:lvl6pPr marL="1285843" indent="0">
              <a:buNone/>
              <a:defRPr sz="900">
                <a:solidFill>
                  <a:schemeClr val="tx1">
                    <a:tint val="82000"/>
                  </a:schemeClr>
                </a:solidFill>
              </a:defRPr>
            </a:lvl6pPr>
            <a:lvl7pPr marL="1543012" indent="0">
              <a:buNone/>
              <a:defRPr sz="900">
                <a:solidFill>
                  <a:schemeClr val="tx1">
                    <a:tint val="82000"/>
                  </a:schemeClr>
                </a:solidFill>
              </a:defRPr>
            </a:lvl7pPr>
            <a:lvl8pPr marL="1800180" indent="0">
              <a:buNone/>
              <a:defRPr sz="900">
                <a:solidFill>
                  <a:schemeClr val="tx1">
                    <a:tint val="82000"/>
                  </a:schemeClr>
                </a:solidFill>
              </a:defRPr>
            </a:lvl8pPr>
            <a:lvl9pPr marL="2057348" indent="0">
              <a:buNone/>
              <a:defRPr sz="900">
                <a:solidFill>
                  <a:schemeClr val="tx1">
                    <a:tint val="82000"/>
                  </a:schemeClr>
                </a:solidFill>
              </a:defRPr>
            </a:lvl9pPr>
          </a:lstStyle>
          <a:p>
            <a:pPr lvl="0"/>
            <a:r>
              <a:rPr lang="ja-JP" altLang="en-US"/>
              <a:t>マスター テキストの書式設定</a:t>
            </a:r>
          </a:p>
        </p:txBody>
      </p:sp>
      <p:sp>
        <p:nvSpPr>
          <p:cNvPr id="4" name="スライド番号プレースホルダー 2">
            <a:extLst>
              <a:ext uri="{FF2B5EF4-FFF2-40B4-BE49-F238E27FC236}">
                <a16:creationId xmlns:a16="http://schemas.microsoft.com/office/drawing/2014/main" id="{71E49324-9794-C847-1BF6-2C2FEC3BC596}"/>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261416500"/>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258538"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2"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スライド番号プレースホルダー 2">
            <a:extLst>
              <a:ext uri="{FF2B5EF4-FFF2-40B4-BE49-F238E27FC236}">
                <a16:creationId xmlns:a16="http://schemas.microsoft.com/office/drawing/2014/main" id="{327B4EF7-5220-BC1C-4313-02AB0F9B35FA}"/>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65423571"/>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350" b="1">
                <a:latin typeface="MS PGothic" panose="020B0600070205080204" pitchFamily="34" charset="-128"/>
                <a:ea typeface="MS PGothic" panose="020B0600070205080204" pitchFamily="34" charset="-128"/>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2" y="1681163"/>
            <a:ext cx="3887391" cy="823912"/>
          </a:xfrm>
        </p:spPr>
        <p:txBody>
          <a:bodyPr anchor="b"/>
          <a:lstStyle>
            <a:lvl1pPr marL="0" indent="0">
              <a:buNone/>
              <a:defRPr sz="1350" b="1">
                <a:latin typeface="MS PGothic" panose="020B0600070205080204" pitchFamily="34" charset="-128"/>
                <a:ea typeface="MS PGothic" panose="020B0600070205080204" pitchFamily="34" charset="-128"/>
              </a:defRPr>
            </a:lvl1pPr>
            <a:lvl2pPr marL="257168" indent="0">
              <a:buNone/>
              <a:defRPr sz="1125" b="1"/>
            </a:lvl2pPr>
            <a:lvl3pPr marL="514337" indent="0">
              <a:buNone/>
              <a:defRPr sz="1013" b="1"/>
            </a:lvl3pPr>
            <a:lvl4pPr marL="771506" indent="0">
              <a:buNone/>
              <a:defRPr sz="900" b="1"/>
            </a:lvl4pPr>
            <a:lvl5pPr marL="1028675" indent="0">
              <a:buNone/>
              <a:defRPr sz="900" b="1"/>
            </a:lvl5pPr>
            <a:lvl6pPr marL="1285843" indent="0">
              <a:buNone/>
              <a:defRPr sz="900" b="1"/>
            </a:lvl6pPr>
            <a:lvl7pPr marL="1543012" indent="0">
              <a:buNone/>
              <a:defRPr sz="900" b="1"/>
            </a:lvl7pPr>
            <a:lvl8pPr marL="1800180" indent="0">
              <a:buNone/>
              <a:defRPr sz="900" b="1"/>
            </a:lvl8pPr>
            <a:lvl9pPr marL="2057348" indent="0">
              <a:buNone/>
              <a:defRPr sz="900" b="1"/>
            </a:lvl9pPr>
          </a:lstStyle>
          <a:p>
            <a:pPr lvl="0"/>
            <a:r>
              <a:rPr lang="ja-JP" altLang="en-US"/>
              <a:t>マスター テキストの書式設定</a:t>
            </a:r>
          </a:p>
        </p:txBody>
      </p:sp>
      <p:sp>
        <p:nvSpPr>
          <p:cNvPr id="6" name="Content Placeholder 5"/>
          <p:cNvSpPr>
            <a:spLocks noGrp="1"/>
          </p:cNvSpPr>
          <p:nvPr>
            <p:ph sz="quarter" idx="4"/>
          </p:nvPr>
        </p:nvSpPr>
        <p:spPr>
          <a:xfrm>
            <a:off x="4629152" y="2505075"/>
            <a:ext cx="3887391"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4">
            <a:extLst>
              <a:ext uri="{FF2B5EF4-FFF2-40B4-BE49-F238E27FC236}">
                <a16:creationId xmlns:a16="http://schemas.microsoft.com/office/drawing/2014/main" id="{3807B893-AD53-4CA3-092C-B4386A867370}"/>
              </a:ext>
            </a:extLst>
          </p:cNvPr>
          <p:cNvSpPr txBox="1">
            <a:spLocks/>
          </p:cNvSpPr>
          <p:nvPr/>
        </p:nvSpPr>
        <p:spPr>
          <a:xfrm>
            <a:off x="3116893" y="5876043"/>
            <a:ext cx="3994200" cy="1080000"/>
          </a:xfrm>
          <a:prstGeom prst="rect">
            <a:avLst/>
          </a:prstGeom>
          <a:ln>
            <a:noFill/>
          </a:ln>
        </p:spPr>
        <p:txBody>
          <a:bodyPr vert="horz" lIns="51435" tIns="25718" rIns="51435" bIns="25718"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1800">
              <a:solidFill>
                <a:schemeClr val="bg1"/>
              </a:solidFill>
              <a:ea typeface="BIZ UDGothic" panose="020B0400000000000000" pitchFamily="49" charset="-128"/>
              <a:cs typeface="Arial" panose="020B0604020202020204" pitchFamily="34" charset="0"/>
            </a:endParaRPr>
          </a:p>
        </p:txBody>
      </p:sp>
      <p:sp>
        <p:nvSpPr>
          <p:cNvPr id="7" name="スライド番号プレースホルダー 2">
            <a:extLst>
              <a:ext uri="{FF2B5EF4-FFF2-40B4-BE49-F238E27FC236}">
                <a16:creationId xmlns:a16="http://schemas.microsoft.com/office/drawing/2014/main" id="{2956E0DE-09B7-98F2-C16F-D30D94AAC5D9}"/>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083746249"/>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スライド番号プレースホルダー 2">
            <a:extLst>
              <a:ext uri="{FF2B5EF4-FFF2-40B4-BE49-F238E27FC236}">
                <a16:creationId xmlns:a16="http://schemas.microsoft.com/office/drawing/2014/main" id="{09B85F0D-E8AA-1518-7DCF-3D2757B71E93}"/>
              </a:ext>
            </a:extLst>
          </p:cNvPr>
          <p:cNvSpPr>
            <a:spLocks noGrp="1"/>
          </p:cNvSpPr>
          <p:nvPr>
            <p:ph type="sldNum" sz="quarter" idx="10"/>
          </p:nvPr>
        </p:nvSpPr>
        <p:spPr>
          <a:xfrm>
            <a:off x="8349343" y="6357263"/>
            <a:ext cx="761112" cy="500743"/>
          </a:xfr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497322027"/>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FAE37BFE-8831-0EBF-14F5-B193EDABD3F9}"/>
              </a:ext>
            </a:extLst>
          </p:cNvPr>
          <p:cNvSpPr txBox="1">
            <a:spLocks/>
          </p:cNvSpPr>
          <p:nvPr/>
        </p:nvSpPr>
        <p:spPr>
          <a:xfrm>
            <a:off x="3116893" y="5876043"/>
            <a:ext cx="3994200" cy="1080000"/>
          </a:xfrm>
          <a:prstGeom prst="rect">
            <a:avLst/>
          </a:prstGeom>
          <a:ln>
            <a:noFill/>
          </a:ln>
        </p:spPr>
        <p:txBody>
          <a:bodyPr vert="horz" lIns="51435" tIns="25718" rIns="51435" bIns="25718"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1800">
              <a:solidFill>
                <a:schemeClr val="bg1"/>
              </a:solidFill>
              <a:ea typeface="BIZ UDGothic" panose="020B0400000000000000" pitchFamily="49" charset="-128"/>
              <a:cs typeface="Arial" panose="020B0604020202020204" pitchFamily="34" charset="0"/>
            </a:endParaRPr>
          </a:p>
        </p:txBody>
      </p:sp>
      <p:sp>
        <p:nvSpPr>
          <p:cNvPr id="13" name="スライド番号プレースホルダー 2">
            <a:extLst>
              <a:ext uri="{FF2B5EF4-FFF2-40B4-BE49-F238E27FC236}">
                <a16:creationId xmlns:a16="http://schemas.microsoft.com/office/drawing/2014/main" id="{5AFFC326-78E0-9BBD-4A74-5BBD1F60DDFE}"/>
              </a:ext>
            </a:extLst>
          </p:cNvPr>
          <p:cNvSpPr txBox="1">
            <a:spLocks/>
          </p:cNvSpPr>
          <p:nvPr/>
        </p:nvSpPr>
        <p:spPr>
          <a:xfrm>
            <a:off x="7762462" y="6334546"/>
            <a:ext cx="1190210" cy="384933"/>
          </a:xfrm>
          <a:prstGeom prst="rect">
            <a:avLst/>
          </a:prstGeom>
          <a:ln>
            <a:noFill/>
          </a:ln>
        </p:spPr>
        <p:txBody>
          <a:bodyPr vert="horz" lIns="51435" tIns="25718" rIns="51435" bIns="25718"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125" smtClean="0"/>
              <a:pPr/>
              <a:t>‹#›</a:t>
            </a:fld>
            <a:endParaRPr lang="en-US" sz="1125"/>
          </a:p>
        </p:txBody>
      </p:sp>
    </p:spTree>
    <p:extLst>
      <p:ext uri="{BB962C8B-B14F-4D97-AF65-F5344CB8AC3E}">
        <p14:creationId xmlns:p14="http://schemas.microsoft.com/office/powerpoint/2010/main" val="2119106789"/>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8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900"/>
            </a:lvl1pPr>
            <a:lvl2pPr marL="257168" indent="0">
              <a:buNone/>
              <a:defRPr sz="788"/>
            </a:lvl2pPr>
            <a:lvl3pPr marL="514337" indent="0">
              <a:buNone/>
              <a:defRPr sz="675"/>
            </a:lvl3pPr>
            <a:lvl4pPr marL="771506" indent="0">
              <a:buNone/>
              <a:defRPr sz="563"/>
            </a:lvl4pPr>
            <a:lvl5pPr marL="1028675" indent="0">
              <a:buNone/>
              <a:defRPr sz="563"/>
            </a:lvl5pPr>
            <a:lvl6pPr marL="1285843" indent="0">
              <a:buNone/>
              <a:defRPr sz="563"/>
            </a:lvl6pPr>
            <a:lvl7pPr marL="1543012" indent="0">
              <a:buNone/>
              <a:defRPr sz="563"/>
            </a:lvl7pPr>
            <a:lvl8pPr marL="1800180" indent="0">
              <a:buNone/>
              <a:defRPr sz="563"/>
            </a:lvl8pPr>
            <a:lvl9pPr marL="2057348" indent="0">
              <a:buNone/>
              <a:defRPr sz="563"/>
            </a:lvl9pPr>
          </a:lstStyle>
          <a:p>
            <a:pPr lvl="0"/>
            <a:r>
              <a:rPr lang="ja-JP" altLang="en-US"/>
              <a:t>マスター テキストの書式設定</a:t>
            </a:r>
          </a:p>
        </p:txBody>
      </p:sp>
      <p:sp>
        <p:nvSpPr>
          <p:cNvPr id="8" name="スライド番号プレースホルダー 2">
            <a:extLst>
              <a:ext uri="{FF2B5EF4-FFF2-40B4-BE49-F238E27FC236}">
                <a16:creationId xmlns:a16="http://schemas.microsoft.com/office/drawing/2014/main" id="{7F2AA56C-A22A-6A61-B9FF-BA0D3E197958}"/>
              </a:ext>
            </a:extLst>
          </p:cNvPr>
          <p:cNvSpPr txBox="1">
            <a:spLocks/>
          </p:cNvSpPr>
          <p:nvPr/>
        </p:nvSpPr>
        <p:spPr>
          <a:xfrm>
            <a:off x="7762462" y="6334546"/>
            <a:ext cx="1190210" cy="384933"/>
          </a:xfrm>
          <a:prstGeom prst="rect">
            <a:avLst/>
          </a:prstGeom>
          <a:ln>
            <a:noFill/>
          </a:ln>
        </p:spPr>
        <p:txBody>
          <a:bodyPr vert="horz" lIns="51435" tIns="25718" rIns="51435" bIns="25718"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125" smtClean="0"/>
              <a:pPr/>
              <a:t>‹#›</a:t>
            </a:fld>
            <a:endParaRPr lang="en-US" sz="1125" dirty="0"/>
          </a:p>
        </p:txBody>
      </p:sp>
    </p:spTree>
    <p:extLst>
      <p:ext uri="{BB962C8B-B14F-4D97-AF65-F5344CB8AC3E}">
        <p14:creationId xmlns:p14="http://schemas.microsoft.com/office/powerpoint/2010/main" val="209887058"/>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18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1800"/>
            </a:lvl1pPr>
            <a:lvl2pPr marL="257168" indent="0">
              <a:buNone/>
              <a:defRPr sz="1575"/>
            </a:lvl2pPr>
            <a:lvl3pPr marL="514337" indent="0">
              <a:buNone/>
              <a:defRPr sz="1350"/>
            </a:lvl3pPr>
            <a:lvl4pPr marL="771506" indent="0">
              <a:buNone/>
              <a:defRPr sz="1125"/>
            </a:lvl4pPr>
            <a:lvl5pPr marL="1028675" indent="0">
              <a:buNone/>
              <a:defRPr sz="1125"/>
            </a:lvl5pPr>
            <a:lvl6pPr marL="1285843" indent="0">
              <a:buNone/>
              <a:defRPr sz="1125"/>
            </a:lvl6pPr>
            <a:lvl7pPr marL="1543012" indent="0">
              <a:buNone/>
              <a:defRPr sz="1125"/>
            </a:lvl7pPr>
            <a:lvl8pPr marL="1800180" indent="0">
              <a:buNone/>
              <a:defRPr sz="1125"/>
            </a:lvl8pPr>
            <a:lvl9pPr marL="2057348" indent="0">
              <a:buNone/>
              <a:defRPr sz="1125"/>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900"/>
            </a:lvl1pPr>
            <a:lvl2pPr marL="257168" indent="0">
              <a:buNone/>
              <a:defRPr sz="788"/>
            </a:lvl2pPr>
            <a:lvl3pPr marL="514337" indent="0">
              <a:buNone/>
              <a:defRPr sz="675"/>
            </a:lvl3pPr>
            <a:lvl4pPr marL="771506" indent="0">
              <a:buNone/>
              <a:defRPr sz="563"/>
            </a:lvl4pPr>
            <a:lvl5pPr marL="1028675" indent="0">
              <a:buNone/>
              <a:defRPr sz="563"/>
            </a:lvl5pPr>
            <a:lvl6pPr marL="1285843" indent="0">
              <a:buNone/>
              <a:defRPr sz="563"/>
            </a:lvl6pPr>
            <a:lvl7pPr marL="1543012" indent="0">
              <a:buNone/>
              <a:defRPr sz="563"/>
            </a:lvl7pPr>
            <a:lvl8pPr marL="1800180" indent="0">
              <a:buNone/>
              <a:defRPr sz="563"/>
            </a:lvl8pPr>
            <a:lvl9pPr marL="2057348" indent="0">
              <a:buNone/>
              <a:defRPr sz="563"/>
            </a:lvl9pPr>
          </a:lstStyle>
          <a:p>
            <a:pPr lvl="0"/>
            <a:r>
              <a:rPr lang="ja-JP" altLang="en-US"/>
              <a:t>マスター テキストの書式設定</a:t>
            </a:r>
          </a:p>
        </p:txBody>
      </p:sp>
      <p:sp>
        <p:nvSpPr>
          <p:cNvPr id="7" name="Slide Number Placeholder 6"/>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189194626"/>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853972618"/>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2"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253082495"/>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2109" b="1"/>
              <a:t>マスター タイトルの書式設定</a:t>
            </a:r>
            <a:endParaRPr sz="2109" b="1" dirty="0"/>
          </a:p>
        </p:txBody>
      </p:sp>
      <p:sp>
        <p:nvSpPr>
          <p:cNvPr id="22" name="Shape 22"/>
          <p:cNvSpPr>
            <a:spLocks noGrp="1"/>
          </p:cNvSpPr>
          <p:nvPr>
            <p:ph type="body" idx="1"/>
          </p:nvPr>
        </p:nvSpPr>
        <p:spPr>
          <a:prstGeom prst="rect">
            <a:avLst/>
          </a:prstGeom>
        </p:spPr>
        <p:txBody>
          <a:bodyPr/>
          <a:lstStyle/>
          <a:p>
            <a:pPr lvl="0">
              <a:defRPr sz="1800"/>
            </a:pPr>
            <a:r>
              <a:rPr lang="ja-JP" altLang="en-US" sz="1898"/>
              <a:t>マスター テキストの書式設定</a:t>
            </a:r>
          </a:p>
          <a:p>
            <a:pPr lvl="1">
              <a:defRPr sz="1800"/>
            </a:pPr>
            <a:r>
              <a:rPr lang="ja-JP" altLang="en-US" sz="1898"/>
              <a:t>第 </a:t>
            </a:r>
            <a:r>
              <a:rPr lang="en-US" altLang="ja-JP" sz="1898"/>
              <a:t>2 </a:t>
            </a:r>
            <a:r>
              <a:rPr lang="ja-JP" altLang="en-US" sz="1898"/>
              <a:t>レベル</a:t>
            </a:r>
          </a:p>
          <a:p>
            <a:pPr lvl="2">
              <a:defRPr sz="1800"/>
            </a:pPr>
            <a:r>
              <a:rPr lang="ja-JP" altLang="en-US" sz="1898"/>
              <a:t>第 </a:t>
            </a:r>
            <a:r>
              <a:rPr lang="en-US" altLang="ja-JP" sz="1898"/>
              <a:t>3 </a:t>
            </a:r>
            <a:r>
              <a:rPr lang="ja-JP" altLang="en-US" sz="1898"/>
              <a:t>レベル</a:t>
            </a:r>
          </a:p>
          <a:p>
            <a:pPr lvl="3">
              <a:defRPr sz="1800"/>
            </a:pPr>
            <a:r>
              <a:rPr lang="ja-JP" altLang="en-US" sz="1898"/>
              <a:t>第 </a:t>
            </a:r>
            <a:r>
              <a:rPr lang="en-US" altLang="ja-JP" sz="1898"/>
              <a:t>4 </a:t>
            </a:r>
            <a:r>
              <a:rPr lang="ja-JP" altLang="en-US" sz="1898"/>
              <a:t>レベル</a:t>
            </a:r>
          </a:p>
          <a:p>
            <a:pPr lvl="4">
              <a:defRPr sz="1800"/>
            </a:pPr>
            <a:r>
              <a:rPr lang="ja-JP" altLang="en-US" sz="1898"/>
              <a:t>第 </a:t>
            </a:r>
            <a:r>
              <a:rPr lang="en-US" altLang="ja-JP" sz="1898"/>
              <a:t>5 </a:t>
            </a:r>
            <a:r>
              <a:rPr lang="ja-JP" altLang="en-US" sz="1898"/>
              <a:t>レベル</a:t>
            </a:r>
            <a:endParaRPr sz="1898" dirty="0"/>
          </a:p>
        </p:txBody>
      </p:sp>
      <p:sp>
        <p:nvSpPr>
          <p:cNvPr id="4" name="スライド番号プレースホルダー 3">
            <a:extLst>
              <a:ext uri="{FF2B5EF4-FFF2-40B4-BE49-F238E27FC236}">
                <a16:creationId xmlns:a16="http://schemas.microsoft.com/office/drawing/2014/main" id="{1988B438-C850-6313-CEEF-F644430C5BE8}"/>
              </a:ext>
            </a:extLst>
          </p:cNvPr>
          <p:cNvSpPr>
            <a:spLocks noGrp="1"/>
          </p:cNvSpPr>
          <p:nvPr>
            <p:ph type="sldNum" sz="quarter" idx="10"/>
          </p:nvPr>
        </p:nvSpPr>
        <p:spPr>
          <a:xfrm>
            <a:off x="6986528" y="6356827"/>
            <a:ext cx="2057177" cy="365001"/>
          </a:xfrm>
          <a:prstGeom prst="rect">
            <a:avLst/>
          </a:prstGeom>
        </p:spPr>
        <p:txBody>
          <a:bodyPr vert="horz" lIns="91440" tIns="45720" rIns="91440" bIns="45720" rtlCol="0" anchor="ctr"/>
          <a:lstStyle>
            <a:lvl1pPr algn="r" defTabSz="308055">
              <a:defRPr sz="633">
                <a:solidFill>
                  <a:schemeClr val="tx1">
                    <a:tint val="75000"/>
                  </a:schemeClr>
                </a:solidFill>
                <a:latin typeface="+mn-lt"/>
                <a:ea typeface="+mn-ea"/>
                <a:cs typeface="+mn-cs"/>
                <a:sym typeface="ヒラギノ角ゴ ProN W3"/>
              </a:defRPr>
            </a:lvl1pPr>
            <a:lvl2pPr indent="120544" algn="ctr" defTabSz="308055">
              <a:defRPr sz="1898">
                <a:latin typeface="+mn-lt"/>
                <a:ea typeface="+mn-ea"/>
                <a:cs typeface="+mn-cs"/>
                <a:sym typeface="ヒラギノ角ゴ ProN W3"/>
              </a:defRPr>
            </a:lvl2pPr>
            <a:lvl3pPr indent="241087" algn="ctr" defTabSz="308055">
              <a:defRPr sz="1898">
                <a:latin typeface="+mn-lt"/>
                <a:ea typeface="+mn-ea"/>
                <a:cs typeface="+mn-cs"/>
                <a:sym typeface="ヒラギノ角ゴ ProN W3"/>
              </a:defRPr>
            </a:lvl3pPr>
            <a:lvl4pPr indent="361631" algn="ctr" defTabSz="308055">
              <a:defRPr sz="1898">
                <a:latin typeface="+mn-lt"/>
                <a:ea typeface="+mn-ea"/>
                <a:cs typeface="+mn-cs"/>
                <a:sym typeface="ヒラギノ角ゴ ProN W3"/>
              </a:defRPr>
            </a:lvl4pPr>
            <a:lvl5pPr indent="482174" algn="ctr" defTabSz="308055">
              <a:defRPr sz="1898">
                <a:latin typeface="+mn-lt"/>
                <a:ea typeface="+mn-ea"/>
                <a:cs typeface="+mn-cs"/>
                <a:sym typeface="ヒラギノ角ゴ ProN W3"/>
              </a:defRPr>
            </a:lvl5pPr>
            <a:lvl6pPr indent="602717" algn="ctr" defTabSz="308055">
              <a:defRPr sz="1898">
                <a:latin typeface="+mn-lt"/>
                <a:ea typeface="+mn-ea"/>
                <a:cs typeface="+mn-cs"/>
                <a:sym typeface="ヒラギノ角ゴ ProN W3"/>
              </a:defRPr>
            </a:lvl6pPr>
            <a:lvl7pPr indent="723261" algn="ctr" defTabSz="308055">
              <a:defRPr sz="1898">
                <a:latin typeface="+mn-lt"/>
                <a:ea typeface="+mn-ea"/>
                <a:cs typeface="+mn-cs"/>
                <a:sym typeface="ヒラギノ角ゴ ProN W3"/>
              </a:defRPr>
            </a:lvl7pPr>
            <a:lvl8pPr indent="843805" algn="ctr" defTabSz="308055">
              <a:defRPr sz="1898">
                <a:latin typeface="+mn-lt"/>
                <a:ea typeface="+mn-ea"/>
                <a:cs typeface="+mn-cs"/>
                <a:sym typeface="ヒラギノ角ゴ ProN W3"/>
              </a:defRPr>
            </a:lvl8pPr>
            <a:lvl9pPr indent="964348" algn="ctr" defTabSz="308055">
              <a:defRPr sz="1898">
                <a:latin typeface="+mn-lt"/>
                <a:ea typeface="+mn-ea"/>
                <a:cs typeface="+mn-cs"/>
                <a:sym typeface="ヒラギノ角ゴ ProN W3"/>
              </a:defRPr>
            </a:lvl9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817643311"/>
      </p:ext>
    </p:extLst>
  </p:cSld>
  <p:clrMapOvr>
    <a:masterClrMapping/>
  </p:clrMapOvr>
  <p:transition spd="med"/>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_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1582" b="1"/>
              <a:t>マスター タイトルの書式設定</a:t>
            </a:r>
            <a:endParaRPr sz="1582" b="1"/>
          </a:p>
        </p:txBody>
      </p:sp>
      <p:sp>
        <p:nvSpPr>
          <p:cNvPr id="2" name="スライド番号プレースホルダー 1">
            <a:extLst>
              <a:ext uri="{FF2B5EF4-FFF2-40B4-BE49-F238E27FC236}">
                <a16:creationId xmlns:a16="http://schemas.microsoft.com/office/drawing/2014/main" id="{68655D5C-0856-1545-A5BF-8E6A137F7019}"/>
              </a:ext>
            </a:extLst>
          </p:cNvPr>
          <p:cNvSpPr>
            <a:spLocks noGrp="1"/>
          </p:cNvSpPr>
          <p:nvPr>
            <p:ph type="sldNum" sz="quarter" idx="10"/>
          </p:nvPr>
        </p:nvSpPr>
        <p:spPr/>
        <p:txBody>
          <a:bodyPr/>
          <a:lstStyle/>
          <a:p>
            <a:fld id="{1BA0AA21-87FF-B84E-A2D6-7D0F041D0AAE}" type="slidenum">
              <a:rPr kumimoji="1" lang="ja-JP" altLang="en-US" smtClean="0"/>
              <a:t>‹#›</a:t>
            </a:fld>
            <a:endParaRPr kumimoji="1" lang="ja-JP" altLang="en-US"/>
          </a:p>
        </p:txBody>
      </p:sp>
      <p:sp>
        <p:nvSpPr>
          <p:cNvPr id="6" name="テキスト プレースホルダー 5">
            <a:extLst>
              <a:ext uri="{FF2B5EF4-FFF2-40B4-BE49-F238E27FC236}">
                <a16:creationId xmlns:a16="http://schemas.microsoft.com/office/drawing/2014/main" id="{C6B8CFED-1335-974E-9EEA-4EF556F20EB3}"/>
              </a:ext>
            </a:extLst>
          </p:cNvPr>
          <p:cNvSpPr>
            <a:spLocks noGrp="1"/>
          </p:cNvSpPr>
          <p:nvPr>
            <p:ph type="body" sz="quarter" idx="11"/>
          </p:nvPr>
        </p:nvSpPr>
        <p:spPr>
          <a:xfrm>
            <a:off x="129132" y="682410"/>
            <a:ext cx="8910962" cy="614636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89429471"/>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9134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ユーザー設定レイアウト">
    <p:spTree>
      <p:nvGrpSpPr>
        <p:cNvPr id="1" name=""/>
        <p:cNvGrpSpPr/>
        <p:nvPr/>
      </p:nvGrpSpPr>
      <p:grpSpPr>
        <a:xfrm>
          <a:off x="0" y="0"/>
          <a:ext cx="0" cy="0"/>
          <a:chOff x="0" y="0"/>
          <a:chExt cx="0" cy="0"/>
        </a:xfrm>
      </p:grpSpPr>
      <p:sp>
        <p:nvSpPr>
          <p:cNvPr id="8" name="平行四辺形 7">
            <a:extLst>
              <a:ext uri="{FF2B5EF4-FFF2-40B4-BE49-F238E27FC236}">
                <a16:creationId xmlns:a16="http://schemas.microsoft.com/office/drawing/2014/main" id="{D7C6BBBA-58F0-AA91-E0FF-77375EB4F6F3}"/>
              </a:ext>
            </a:extLst>
          </p:cNvPr>
          <p:cNvSpPr/>
          <p:nvPr/>
        </p:nvSpPr>
        <p:spPr>
          <a:xfrm>
            <a:off x="188260" y="736900"/>
            <a:ext cx="7955952" cy="91441"/>
          </a:xfrm>
          <a:prstGeom prst="parallelogram">
            <a:avLst/>
          </a:prstGeom>
          <a:gradFill flip="none" rotWithShape="1">
            <a:gsLst>
              <a:gs pos="0">
                <a:schemeClr val="accent4">
                  <a:lumMod val="75000"/>
                </a:schemeClr>
              </a:gs>
              <a:gs pos="100000">
                <a:schemeClr val="accent4">
                  <a:lumMod val="75000"/>
                  <a:alpha val="1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19" name="テキスト プレースホルダー 18">
            <a:extLst>
              <a:ext uri="{FF2B5EF4-FFF2-40B4-BE49-F238E27FC236}">
                <a16:creationId xmlns:a16="http://schemas.microsoft.com/office/drawing/2014/main" id="{60BB1EAA-51DF-819F-1C51-D44F2A9FC8F5}"/>
              </a:ext>
            </a:extLst>
          </p:cNvPr>
          <p:cNvSpPr>
            <a:spLocks noGrp="1"/>
          </p:cNvSpPr>
          <p:nvPr>
            <p:ph type="body" sz="quarter" idx="13"/>
          </p:nvPr>
        </p:nvSpPr>
        <p:spPr>
          <a:xfrm>
            <a:off x="257177" y="952500"/>
            <a:ext cx="8594725" cy="5168900"/>
          </a:xfrm>
        </p:spPr>
        <p:txBody>
          <a:bodyPr/>
          <a:lstStyle>
            <a:lvl1pPr marL="171450" indent="-171450">
              <a:buClr>
                <a:schemeClr val="accent1"/>
              </a:buClr>
              <a:buFont typeface="Wingdings" panose="05000000000000000000" pitchFamily="2" charset="2"/>
              <a:buChar char="Ø"/>
              <a:defRPr sz="2400">
                <a:latin typeface="MS PGothic" panose="020B0600070205080204" pitchFamily="34" charset="-128"/>
                <a:ea typeface="MS PGothic" panose="020B0600070205080204" pitchFamily="34" charset="-128"/>
              </a:defRPr>
            </a:lvl1pPr>
            <a:lvl2pPr marL="514350" indent="-171450">
              <a:buFont typeface="Wingdings" panose="05000000000000000000" pitchFamily="2" charset="2"/>
              <a:buChar char="n"/>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9" name="タイトル 8">
            <a:extLst>
              <a:ext uri="{FF2B5EF4-FFF2-40B4-BE49-F238E27FC236}">
                <a16:creationId xmlns:a16="http://schemas.microsoft.com/office/drawing/2014/main" id="{9E63E15F-51C5-F8CA-158C-F23F370FCF3E}"/>
              </a:ext>
            </a:extLst>
          </p:cNvPr>
          <p:cNvSpPr>
            <a:spLocks noGrp="1"/>
          </p:cNvSpPr>
          <p:nvPr>
            <p:ph type="title"/>
          </p:nvPr>
        </p:nvSpPr>
        <p:spPr>
          <a:xfrm>
            <a:off x="188260" y="138528"/>
            <a:ext cx="7886700" cy="813972"/>
          </a:xfrm>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9DD443BF-C553-FF01-4006-58B9D7C20BB2}"/>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922053370"/>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AC4DD1-D621-6BA7-B31B-62F718153696}"/>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2E0DDF09-650F-B5FD-7FE8-223A8CB85F1C}"/>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433325480"/>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15">
            <a:extLst>
              <a:ext uri="{FF2B5EF4-FFF2-40B4-BE49-F238E27FC236}">
                <a16:creationId xmlns:a16="http://schemas.microsoft.com/office/drawing/2014/main" id="{48CB5919-E356-EE1C-95C6-452C215AE8A4}"/>
              </a:ext>
            </a:extLst>
          </p:cNvPr>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kumimoji="1" lang="ja-JP" altLang="en-US"/>
              <a:t>マスター タイトルの書式設定</a:t>
            </a:r>
          </a:p>
        </p:txBody>
      </p:sp>
      <p:sp>
        <p:nvSpPr>
          <p:cNvPr id="2" name="スライド番号プレースホルダー 2">
            <a:extLst>
              <a:ext uri="{FF2B5EF4-FFF2-40B4-BE49-F238E27FC236}">
                <a16:creationId xmlns:a16="http://schemas.microsoft.com/office/drawing/2014/main" id="{E6D83523-ECD9-65F2-31C2-FECA6D03E83B}"/>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4227753765"/>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7" y="1709738"/>
            <a:ext cx="7886700" cy="2852737"/>
          </a:xfrm>
        </p:spPr>
        <p:txBody>
          <a:bodyPr anchor="b"/>
          <a:lstStyle>
            <a:lvl1pPr algn="ctr">
              <a:defRPr sz="4400">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7" y="4589466"/>
            <a:ext cx="7886700" cy="1500187"/>
          </a:xfrm>
        </p:spPr>
        <p:txBody>
          <a:bodyPr/>
          <a:lstStyle>
            <a:lvl1pPr marL="0" indent="0">
              <a:buNone/>
              <a:defRPr sz="1800">
                <a:solidFill>
                  <a:schemeClr val="tx1"/>
                </a:solidFill>
                <a:latin typeface="MS PGothic" panose="020B0600070205080204" pitchFamily="34" charset="-128"/>
                <a:ea typeface="MS PGothic" panose="020B0600070205080204" pitchFamily="34" charset="-128"/>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スライド番号プレースホルダー 2">
            <a:extLst>
              <a:ext uri="{FF2B5EF4-FFF2-40B4-BE49-F238E27FC236}">
                <a16:creationId xmlns:a16="http://schemas.microsoft.com/office/drawing/2014/main" id="{71E49324-9794-C847-1BF6-2C2FEC3BC596}"/>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656519515"/>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258536"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4139293" cy="435133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スライド番号プレースホルダー 2">
            <a:extLst>
              <a:ext uri="{FF2B5EF4-FFF2-40B4-BE49-F238E27FC236}">
                <a16:creationId xmlns:a16="http://schemas.microsoft.com/office/drawing/2014/main" id="{327B4EF7-5220-BC1C-4313-02AB0F9B35FA}"/>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301078433"/>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atin typeface="MS PGothic" panose="020B0600070205080204" pitchFamily="34" charset="-128"/>
                <a:ea typeface="MS PGothic" panose="020B0600070205080204" pitchFamily="34" charset="-128"/>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1800" b="1">
                <a:latin typeface="MS PGothic" panose="020B0600070205080204" pitchFamily="34" charset="-128"/>
                <a:ea typeface="MS PGothic" panose="020B0600070205080204" pitchFamily="34" charset="-128"/>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4629151" y="2505075"/>
            <a:ext cx="3887391" cy="3684588"/>
          </a:xfrm>
        </p:spPr>
        <p:txBody>
          <a:bodyPr/>
          <a:lstStyle>
            <a:lvl1pPr>
              <a:defRPr>
                <a:latin typeface="MS PGothic" panose="020B0600070205080204" pitchFamily="34" charset="-128"/>
                <a:ea typeface="MS PGothic" panose="020B0600070205080204" pitchFamily="34" charset="-128"/>
              </a:defRPr>
            </a:lvl1pPr>
            <a:lvl2pPr>
              <a:defRPr>
                <a:latin typeface="MS PGothic" panose="020B0600070205080204" pitchFamily="34" charset="-128"/>
                <a:ea typeface="MS PGothic" panose="020B0600070205080204" pitchFamily="34" charset="-128"/>
              </a:defRPr>
            </a:lvl2pPr>
            <a:lvl3pPr>
              <a:defRPr>
                <a:latin typeface="MS PGothic" panose="020B0600070205080204" pitchFamily="34" charset="-128"/>
                <a:ea typeface="MS PGothic" panose="020B0600070205080204" pitchFamily="34" charset="-128"/>
              </a:defRPr>
            </a:lvl3pPr>
            <a:lvl4pPr>
              <a:defRPr>
                <a:latin typeface="MS PGothic" panose="020B0600070205080204" pitchFamily="34" charset="-128"/>
                <a:ea typeface="MS PGothic" panose="020B0600070205080204" pitchFamily="34" charset="-128"/>
              </a:defRPr>
            </a:lvl4pPr>
            <a:lvl5pPr>
              <a:defRPr>
                <a:latin typeface="MS PGothic" panose="020B0600070205080204" pitchFamily="34" charset="-128"/>
                <a:ea typeface="MS P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6" name="タイトル 4">
            <a:extLst>
              <a:ext uri="{FF2B5EF4-FFF2-40B4-BE49-F238E27FC236}">
                <a16:creationId xmlns:a16="http://schemas.microsoft.com/office/drawing/2014/main" id="{3807B893-AD53-4CA3-092C-B4386A867370}"/>
              </a:ext>
            </a:extLst>
          </p:cNvPr>
          <p:cNvSpPr txBox="1">
            <a:spLocks/>
          </p:cNvSpPr>
          <p:nvPr/>
        </p:nvSpPr>
        <p:spPr>
          <a:xfrm>
            <a:off x="3116893" y="5876043"/>
            <a:ext cx="3994200" cy="1080000"/>
          </a:xfrm>
          <a:prstGeom prst="rect">
            <a:avLst/>
          </a:prstGeom>
          <a:ln>
            <a:noFill/>
          </a:ln>
        </p:spPr>
        <p:txBody>
          <a:bodyPr vert="horz" lIns="68580" tIns="34290" rIns="68580" bIns="3429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bg1"/>
              </a:solidFill>
              <a:ea typeface="BIZ UDGothic" panose="020B0400000000000000" pitchFamily="49" charset="-128"/>
              <a:cs typeface="Arial" panose="020B0604020202020204" pitchFamily="34" charset="0"/>
            </a:endParaRPr>
          </a:p>
        </p:txBody>
      </p:sp>
      <p:sp>
        <p:nvSpPr>
          <p:cNvPr id="7" name="スライド番号プレースホルダー 2">
            <a:extLst>
              <a:ext uri="{FF2B5EF4-FFF2-40B4-BE49-F238E27FC236}">
                <a16:creationId xmlns:a16="http://schemas.microsoft.com/office/drawing/2014/main" id="{2956E0DE-09B7-98F2-C16F-D30D94AAC5D9}"/>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815613483"/>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S PGothic" panose="020B0600070205080204" pitchFamily="34" charset="-128"/>
                <a:ea typeface="MS PGothic" panose="020B0600070205080204" pitchFamily="34" charset="-128"/>
              </a:defRPr>
            </a:lvl1pPr>
          </a:lstStyle>
          <a:p>
            <a:r>
              <a:rPr lang="ja-JP" altLang="en-US"/>
              <a:t>マスター タイトルの書式設定</a:t>
            </a:r>
            <a:endParaRPr lang="en-US" dirty="0"/>
          </a:p>
        </p:txBody>
      </p:sp>
      <p:sp>
        <p:nvSpPr>
          <p:cNvPr id="3" name="スライド番号プレースホルダー 2">
            <a:extLst>
              <a:ext uri="{FF2B5EF4-FFF2-40B4-BE49-F238E27FC236}">
                <a16:creationId xmlns:a16="http://schemas.microsoft.com/office/drawing/2014/main" id="{09B85F0D-E8AA-1518-7DCF-3D2757B71E93}"/>
              </a:ext>
            </a:extLst>
          </p:cNvPr>
          <p:cNvSpPr>
            <a:spLocks noGrp="1"/>
          </p:cNvSpPr>
          <p:nvPr>
            <p:ph type="sldNum" sz="quarter" idx="10"/>
          </p:nvPr>
        </p:nvSpPr>
        <p:spPr>
          <a:xfrm>
            <a:off x="8349343" y="6357259"/>
            <a:ext cx="761112" cy="500743"/>
          </a:xfrm>
          <a:ln>
            <a:noFill/>
          </a:ln>
        </p:spPr>
        <p:txBody>
          <a:bodyPr anchor="ctr" anchorCtr="1"/>
          <a:lstStyle>
            <a:lvl1pPr>
              <a:defRPr lang="ja-JP" altLang="en-US" sz="1500"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926676184"/>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11" name="タイトル 4">
            <a:extLst>
              <a:ext uri="{FF2B5EF4-FFF2-40B4-BE49-F238E27FC236}">
                <a16:creationId xmlns:a16="http://schemas.microsoft.com/office/drawing/2014/main" id="{FAE37BFE-8831-0EBF-14F5-B193EDABD3F9}"/>
              </a:ext>
            </a:extLst>
          </p:cNvPr>
          <p:cNvSpPr txBox="1">
            <a:spLocks/>
          </p:cNvSpPr>
          <p:nvPr/>
        </p:nvSpPr>
        <p:spPr>
          <a:xfrm>
            <a:off x="3116893" y="5876043"/>
            <a:ext cx="3994200" cy="1080000"/>
          </a:xfrm>
          <a:prstGeom prst="rect">
            <a:avLst/>
          </a:prstGeom>
          <a:ln>
            <a:noFill/>
          </a:ln>
        </p:spPr>
        <p:txBody>
          <a:bodyPr vert="horz" lIns="68580" tIns="34290" rIns="68580" bIns="3429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sz="2400">
              <a:solidFill>
                <a:schemeClr val="bg1"/>
              </a:solidFill>
              <a:ea typeface="BIZ UDGothic" panose="020B0400000000000000" pitchFamily="49" charset="-128"/>
              <a:cs typeface="Arial" panose="020B0604020202020204" pitchFamily="34" charset="0"/>
            </a:endParaRPr>
          </a:p>
        </p:txBody>
      </p:sp>
      <p:sp>
        <p:nvSpPr>
          <p:cNvPr id="13" name="スライド番号プレースホルダー 2">
            <a:extLst>
              <a:ext uri="{FF2B5EF4-FFF2-40B4-BE49-F238E27FC236}">
                <a16:creationId xmlns:a16="http://schemas.microsoft.com/office/drawing/2014/main" id="{5AFFC326-78E0-9BBD-4A74-5BBD1F60DDFE}"/>
              </a:ext>
            </a:extLst>
          </p:cNvPr>
          <p:cNvSpPr txBox="1">
            <a:spLocks/>
          </p:cNvSpPr>
          <p:nvPr/>
        </p:nvSpPr>
        <p:spPr>
          <a:xfrm>
            <a:off x="7762462" y="6334542"/>
            <a:ext cx="1190210" cy="384933"/>
          </a:xfrm>
          <a:prstGeom prst="rect">
            <a:avLst/>
          </a:prstGeom>
          <a:ln>
            <a:noFill/>
          </a:ln>
        </p:spPr>
        <p:txBody>
          <a:bodyPr vert="horz" lIns="68580" tIns="34290" rIns="68580" bIns="34290"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500" smtClean="0"/>
              <a:pPr/>
              <a:t>‹#›</a:t>
            </a:fld>
            <a:endParaRPr lang="en-US" sz="1500"/>
          </a:p>
        </p:txBody>
      </p:sp>
    </p:spTree>
    <p:extLst>
      <p:ext uri="{BB962C8B-B14F-4D97-AF65-F5344CB8AC3E}">
        <p14:creationId xmlns:p14="http://schemas.microsoft.com/office/powerpoint/2010/main" val="120568866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8" name="スライド番号プレースホルダー 2">
            <a:extLst>
              <a:ext uri="{FF2B5EF4-FFF2-40B4-BE49-F238E27FC236}">
                <a16:creationId xmlns:a16="http://schemas.microsoft.com/office/drawing/2014/main" id="{7F2AA56C-A22A-6A61-B9FF-BA0D3E197958}"/>
              </a:ext>
            </a:extLst>
          </p:cNvPr>
          <p:cNvSpPr txBox="1">
            <a:spLocks/>
          </p:cNvSpPr>
          <p:nvPr/>
        </p:nvSpPr>
        <p:spPr>
          <a:xfrm>
            <a:off x="7762462" y="6334542"/>
            <a:ext cx="1190210" cy="384933"/>
          </a:xfrm>
          <a:prstGeom prst="rect">
            <a:avLst/>
          </a:prstGeom>
          <a:ln>
            <a:noFill/>
          </a:ln>
        </p:spPr>
        <p:txBody>
          <a:bodyPr vert="horz" lIns="68580" tIns="34290" rIns="68580" bIns="34290" rtlCol="0" anchor="ctr"/>
          <a:lstStyle>
            <a:defPPr>
              <a:defRPr lang="en-US"/>
            </a:defPPr>
            <a:lvl1pPr marL="0" algn="r" defTabSz="457200" rtl="0" eaLnBrk="1" latinLnBrk="0" hangingPunct="1">
              <a:defRPr lang="ja-JP" altLang="en-US" sz="2000" kern="1200" smtClean="0">
                <a:solidFill>
                  <a:schemeClr val="bg1"/>
                </a:solidFill>
                <a:latin typeface="+mj-ea"/>
                <a:ea typeface="+mj-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7210D7E-5829-414B-BB0B-F4456CF1E5FA}" type="slidenum">
              <a:rPr lang="en-US" altLang="ja-JP" sz="1500" smtClean="0"/>
              <a:pPr/>
              <a:t>‹#›</a:t>
            </a:fld>
            <a:endParaRPr lang="en-US" sz="1500" dirty="0"/>
          </a:p>
        </p:txBody>
      </p:sp>
    </p:spTree>
    <p:extLst>
      <p:ext uri="{BB962C8B-B14F-4D97-AF65-F5344CB8AC3E}">
        <p14:creationId xmlns:p14="http://schemas.microsoft.com/office/powerpoint/2010/main" val="2089857296"/>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7" name="Slide Number Placeholder 6"/>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60369202"/>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4073015134"/>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Slide Number Placeholder 5"/>
          <p:cNvSpPr>
            <a:spLocks noGrp="1"/>
          </p:cNvSpPr>
          <p:nvPr>
            <p:ph type="sldNum" sz="quarter" idx="12"/>
          </p:nvPr>
        </p:nvSpPr>
        <p:spPr/>
        <p:txBody>
          <a:body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1355076108"/>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2812" b="1"/>
              <a:t>マスター タイトルの書式設定</a:t>
            </a:r>
            <a:endParaRPr sz="2812" b="1" dirty="0"/>
          </a:p>
        </p:txBody>
      </p:sp>
      <p:sp>
        <p:nvSpPr>
          <p:cNvPr id="22" name="Shape 22"/>
          <p:cNvSpPr>
            <a:spLocks noGrp="1"/>
          </p:cNvSpPr>
          <p:nvPr>
            <p:ph type="body" idx="1"/>
          </p:nvPr>
        </p:nvSpPr>
        <p:spPr>
          <a:prstGeom prst="rect">
            <a:avLst/>
          </a:prstGeom>
        </p:spPr>
        <p:txBody>
          <a:bodyPr/>
          <a:lstStyle/>
          <a:p>
            <a:pPr lvl="0">
              <a:defRPr sz="1800"/>
            </a:pPr>
            <a:r>
              <a:rPr lang="ja-JP" altLang="en-US" sz="2531"/>
              <a:t>マスター テキストの書式設定</a:t>
            </a:r>
          </a:p>
          <a:p>
            <a:pPr lvl="1">
              <a:defRPr sz="1800"/>
            </a:pPr>
            <a:r>
              <a:rPr lang="ja-JP" altLang="en-US" sz="2531"/>
              <a:t>第 </a:t>
            </a:r>
            <a:r>
              <a:rPr lang="en-US" altLang="ja-JP" sz="2531"/>
              <a:t>2 </a:t>
            </a:r>
            <a:r>
              <a:rPr lang="ja-JP" altLang="en-US" sz="2531"/>
              <a:t>レベル</a:t>
            </a:r>
          </a:p>
          <a:p>
            <a:pPr lvl="2">
              <a:defRPr sz="1800"/>
            </a:pPr>
            <a:r>
              <a:rPr lang="ja-JP" altLang="en-US" sz="2531"/>
              <a:t>第 </a:t>
            </a:r>
            <a:r>
              <a:rPr lang="en-US" altLang="ja-JP" sz="2531"/>
              <a:t>3 </a:t>
            </a:r>
            <a:r>
              <a:rPr lang="ja-JP" altLang="en-US" sz="2531"/>
              <a:t>レベル</a:t>
            </a:r>
          </a:p>
          <a:p>
            <a:pPr lvl="3">
              <a:defRPr sz="1800"/>
            </a:pPr>
            <a:r>
              <a:rPr lang="ja-JP" altLang="en-US" sz="2531"/>
              <a:t>第 </a:t>
            </a:r>
            <a:r>
              <a:rPr lang="en-US" altLang="ja-JP" sz="2531"/>
              <a:t>4 </a:t>
            </a:r>
            <a:r>
              <a:rPr lang="ja-JP" altLang="en-US" sz="2531"/>
              <a:t>レベル</a:t>
            </a:r>
          </a:p>
          <a:p>
            <a:pPr lvl="4">
              <a:defRPr sz="1800"/>
            </a:pPr>
            <a:r>
              <a:rPr lang="ja-JP" altLang="en-US" sz="2531"/>
              <a:t>第 </a:t>
            </a:r>
            <a:r>
              <a:rPr lang="en-US" altLang="ja-JP" sz="2531"/>
              <a:t>5 </a:t>
            </a:r>
            <a:r>
              <a:rPr lang="ja-JP" altLang="en-US" sz="2531"/>
              <a:t>レベル</a:t>
            </a:r>
            <a:endParaRPr sz="2531" dirty="0"/>
          </a:p>
        </p:txBody>
      </p:sp>
      <p:sp>
        <p:nvSpPr>
          <p:cNvPr id="4" name="スライド番号プレースホルダー 3">
            <a:extLst>
              <a:ext uri="{FF2B5EF4-FFF2-40B4-BE49-F238E27FC236}">
                <a16:creationId xmlns:a16="http://schemas.microsoft.com/office/drawing/2014/main" id="{1988B438-C850-6313-CEEF-F644430C5BE8}"/>
              </a:ext>
            </a:extLst>
          </p:cNvPr>
          <p:cNvSpPr>
            <a:spLocks noGrp="1"/>
          </p:cNvSpPr>
          <p:nvPr>
            <p:ph type="sldNum" sz="quarter" idx="10"/>
          </p:nvPr>
        </p:nvSpPr>
        <p:spPr>
          <a:xfrm>
            <a:off x="6986526" y="6356823"/>
            <a:ext cx="2057177" cy="365001"/>
          </a:xfrm>
          <a:prstGeom prst="rect">
            <a:avLst/>
          </a:prstGeom>
        </p:spPr>
        <p:txBody>
          <a:bodyPr vert="horz" lIns="91440" tIns="45720" rIns="91440" bIns="45720" rtlCol="0" anchor="ctr"/>
          <a:lstStyle>
            <a:lvl1pPr algn="r" defTabSz="410751">
              <a:defRPr sz="844">
                <a:solidFill>
                  <a:schemeClr val="tx1">
                    <a:tint val="75000"/>
                  </a:schemeClr>
                </a:solidFill>
                <a:latin typeface="+mn-lt"/>
                <a:ea typeface="+mn-ea"/>
                <a:cs typeface="+mn-cs"/>
                <a:sym typeface="ヒラギノ角ゴ ProN W3"/>
              </a:defRPr>
            </a:lvl1pPr>
            <a:lvl2pPr indent="160729" algn="ctr" defTabSz="410751">
              <a:defRPr sz="2531">
                <a:latin typeface="+mn-lt"/>
                <a:ea typeface="+mn-ea"/>
                <a:cs typeface="+mn-cs"/>
                <a:sym typeface="ヒラギノ角ゴ ProN W3"/>
              </a:defRPr>
            </a:lvl2pPr>
            <a:lvl3pPr indent="321457" algn="ctr" defTabSz="410751">
              <a:defRPr sz="2531">
                <a:latin typeface="+mn-lt"/>
                <a:ea typeface="+mn-ea"/>
                <a:cs typeface="+mn-cs"/>
                <a:sym typeface="ヒラギノ角ゴ ProN W3"/>
              </a:defRPr>
            </a:lvl3pPr>
            <a:lvl4pPr indent="482186" algn="ctr" defTabSz="410751">
              <a:defRPr sz="2531">
                <a:latin typeface="+mn-lt"/>
                <a:ea typeface="+mn-ea"/>
                <a:cs typeface="+mn-cs"/>
                <a:sym typeface="ヒラギノ角ゴ ProN W3"/>
              </a:defRPr>
            </a:lvl4pPr>
            <a:lvl5pPr indent="642915" algn="ctr" defTabSz="410751">
              <a:defRPr sz="2531">
                <a:latin typeface="+mn-lt"/>
                <a:ea typeface="+mn-ea"/>
                <a:cs typeface="+mn-cs"/>
                <a:sym typeface="ヒラギノ角ゴ ProN W3"/>
              </a:defRPr>
            </a:lvl5pPr>
            <a:lvl6pPr indent="803643" algn="ctr" defTabSz="410751">
              <a:defRPr sz="2531">
                <a:latin typeface="+mn-lt"/>
                <a:ea typeface="+mn-ea"/>
                <a:cs typeface="+mn-cs"/>
                <a:sym typeface="ヒラギノ角ゴ ProN W3"/>
              </a:defRPr>
            </a:lvl6pPr>
            <a:lvl7pPr indent="964372" algn="ctr" defTabSz="410751">
              <a:defRPr sz="2531">
                <a:latin typeface="+mn-lt"/>
                <a:ea typeface="+mn-ea"/>
                <a:cs typeface="+mn-cs"/>
                <a:sym typeface="ヒラギノ角ゴ ProN W3"/>
              </a:defRPr>
            </a:lvl7pPr>
            <a:lvl8pPr indent="1125101" algn="ctr" defTabSz="410751">
              <a:defRPr sz="2531">
                <a:latin typeface="+mn-lt"/>
                <a:ea typeface="+mn-ea"/>
                <a:cs typeface="+mn-cs"/>
                <a:sym typeface="ヒラギノ角ゴ ProN W3"/>
              </a:defRPr>
            </a:lvl8pPr>
            <a:lvl9pPr indent="1285829" algn="ctr" defTabSz="410751">
              <a:defRPr sz="2531">
                <a:latin typeface="+mn-lt"/>
                <a:ea typeface="+mn-ea"/>
                <a:cs typeface="+mn-cs"/>
                <a:sym typeface="ヒラギノ角ゴ ProN W3"/>
              </a:defRPr>
            </a:lvl9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3008035383"/>
      </p:ext>
    </p:extLst>
  </p:cSld>
  <p:clrMapOvr>
    <a:masterClrMapping/>
  </p:clrMapOvr>
  <p:transition spd="med"/>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3_タイトル&amp;箇条書き">
    <p:spTree>
      <p:nvGrpSpPr>
        <p:cNvPr id="1" name=""/>
        <p:cNvGrpSpPr/>
        <p:nvPr/>
      </p:nvGrpSpPr>
      <p:grpSpPr>
        <a:xfrm>
          <a:off x="0" y="0"/>
          <a:ext cx="0" cy="0"/>
          <a:chOff x="0" y="0"/>
          <a:chExt cx="0" cy="0"/>
        </a:xfrm>
      </p:grpSpPr>
      <p:sp>
        <p:nvSpPr>
          <p:cNvPr id="21" name="Shape 21"/>
          <p:cNvSpPr>
            <a:spLocks noGrp="1"/>
          </p:cNvSpPr>
          <p:nvPr>
            <p:ph type="title"/>
          </p:nvPr>
        </p:nvSpPr>
        <p:spPr>
          <a:prstGeom prst="rect">
            <a:avLst/>
          </a:prstGeom>
        </p:spPr>
        <p:txBody>
          <a:bodyPr/>
          <a:lstStyle/>
          <a:p>
            <a:pPr lvl="0">
              <a:defRPr sz="1800" b="0"/>
            </a:pPr>
            <a:r>
              <a:rPr lang="ja-JP" altLang="en-US" sz="2109" b="1"/>
              <a:t>マスター タイトルの書式設定</a:t>
            </a:r>
            <a:endParaRPr sz="2109" b="1"/>
          </a:p>
        </p:txBody>
      </p:sp>
      <p:sp>
        <p:nvSpPr>
          <p:cNvPr id="2" name="スライド番号プレースホルダー 1">
            <a:extLst>
              <a:ext uri="{FF2B5EF4-FFF2-40B4-BE49-F238E27FC236}">
                <a16:creationId xmlns:a16="http://schemas.microsoft.com/office/drawing/2014/main" id="{68655D5C-0856-1545-A5BF-8E6A137F7019}"/>
              </a:ext>
            </a:extLst>
          </p:cNvPr>
          <p:cNvSpPr>
            <a:spLocks noGrp="1"/>
          </p:cNvSpPr>
          <p:nvPr>
            <p:ph type="sldNum" sz="quarter" idx="10"/>
          </p:nvPr>
        </p:nvSpPr>
        <p:spPr/>
        <p:txBody>
          <a:bodyPr/>
          <a:lstStyle/>
          <a:p>
            <a:fld id="{1BA0AA21-87FF-B84E-A2D6-7D0F041D0AAE}" type="slidenum">
              <a:rPr kumimoji="1" lang="ja-JP" altLang="en-US" smtClean="0"/>
              <a:t>‹#›</a:t>
            </a:fld>
            <a:endParaRPr kumimoji="1" lang="ja-JP" altLang="en-US"/>
          </a:p>
        </p:txBody>
      </p:sp>
      <p:sp>
        <p:nvSpPr>
          <p:cNvPr id="6" name="テキスト プレースホルダー 5">
            <a:extLst>
              <a:ext uri="{FF2B5EF4-FFF2-40B4-BE49-F238E27FC236}">
                <a16:creationId xmlns:a16="http://schemas.microsoft.com/office/drawing/2014/main" id="{C6B8CFED-1335-974E-9EEA-4EF556F20EB3}"/>
              </a:ext>
            </a:extLst>
          </p:cNvPr>
          <p:cNvSpPr>
            <a:spLocks noGrp="1"/>
          </p:cNvSpPr>
          <p:nvPr>
            <p:ph type="body" sz="quarter" idx="11"/>
          </p:nvPr>
        </p:nvSpPr>
        <p:spPr>
          <a:xfrm>
            <a:off x="129132" y="682410"/>
            <a:ext cx="8910962" cy="6146365"/>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473575458"/>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85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2.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image" Target="../media/image1.png"/><Relationship Id="rId2" Type="http://schemas.openxmlformats.org/officeDocument/2006/relationships/slideLayout" Target="../slideLayouts/slideLayout18.xml"/><Relationship Id="rId16"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image" Target="../media/image2.pn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image" Target="../media/image1.png"/><Relationship Id="rId2" Type="http://schemas.openxmlformats.org/officeDocument/2006/relationships/slideLayout" Target="../slideLayouts/slideLayout33.xml"/><Relationship Id="rId16" Type="http://schemas.openxmlformats.org/officeDocument/2006/relationships/theme" Target="../theme/theme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image" Target="../media/image2.pn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image" Target="../media/image1.png"/><Relationship Id="rId2" Type="http://schemas.openxmlformats.org/officeDocument/2006/relationships/slideLayout" Target="../slideLayouts/slideLayout48.xml"/><Relationship Id="rId16" Type="http://schemas.openxmlformats.org/officeDocument/2006/relationships/theme" Target="../theme/theme4.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フローチャート: 処理 6">
            <a:extLst>
              <a:ext uri="{FF2B5EF4-FFF2-40B4-BE49-F238E27FC236}">
                <a16:creationId xmlns:a16="http://schemas.microsoft.com/office/drawing/2014/main" id="{9C356FA8-19DC-5A91-650E-FB36B2AEBD30}"/>
              </a:ext>
            </a:extLst>
          </p:cNvPr>
          <p:cNvSpPr/>
          <p:nvPr/>
        </p:nvSpPr>
        <p:spPr>
          <a:xfrm>
            <a:off x="0" y="6328690"/>
            <a:ext cx="9144000" cy="529310"/>
          </a:xfrm>
          <a:prstGeom prst="flowChartProcess">
            <a:avLst/>
          </a:prstGeom>
          <a:solidFill>
            <a:schemeClr val="accent4">
              <a:lumMod val="75000"/>
            </a:schemeClr>
          </a:solidFill>
          <a:ln w="28575">
            <a:noFill/>
            <a:prstDash val="solid"/>
            <a:extLst>
              <a:ext uri="{C807C97D-BFC1-408E-A445-0C87EB9F89A2}">
                <ask:lineSketchStyleProps xmlns:ask="http://schemas.microsoft.com/office/drawing/2018/sketchyshapes" sd="1219033472">
                  <a:custGeom>
                    <a:avLst/>
                    <a:gdLst>
                      <a:gd name="csX0" fmla="*/ 0 w 9144000"/>
                      <a:gd name="csY0" fmla="*/ 0 h 499862"/>
                      <a:gd name="csX1" fmla="*/ 9144000 w 9144000"/>
                      <a:gd name="csY1" fmla="*/ 0 h 499862"/>
                      <a:gd name="csX2" fmla="*/ 9144000 w 9144000"/>
                      <a:gd name="csY2" fmla="*/ 499861 h 499862"/>
                      <a:gd name="csX3" fmla="*/ 0 w 9144000"/>
                      <a:gd name="csY3" fmla="*/ 499861 h 499862"/>
                      <a:gd name="csX4" fmla="*/ 0 w 9144000"/>
                      <a:gd name="csY4" fmla="*/ 0 h 499862"/>
                    </a:gdLst>
                    <a:ahLst/>
                    <a:cxnLst>
                      <a:cxn ang="0">
                        <a:pos x="csX0" y="csY0"/>
                      </a:cxn>
                      <a:cxn ang="0">
                        <a:pos x="csX1" y="csY1"/>
                      </a:cxn>
                      <a:cxn ang="0">
                        <a:pos x="csX2" y="csY2"/>
                      </a:cxn>
                      <a:cxn ang="0">
                        <a:pos x="csX3" y="csY3"/>
                      </a:cxn>
                      <a:cxn ang="0">
                        <a:pos x="csX4" y="csY4"/>
                      </a:cxn>
                    </a:cxnLst>
                    <a:rect l="l" t="t" r="r" b="b"/>
                    <a:pathLst>
                      <a:path w="9144000" h="499862" extrusionOk="0">
                        <a:moveTo>
                          <a:pt x="0" y="0"/>
                        </a:moveTo>
                        <a:cubicBezTo>
                          <a:pt x="2613657" y="118645"/>
                          <a:pt x="5770383" y="116012"/>
                          <a:pt x="9144000" y="0"/>
                        </a:cubicBezTo>
                        <a:cubicBezTo>
                          <a:pt x="9118057" y="51748"/>
                          <a:pt x="9135843" y="387510"/>
                          <a:pt x="9144000" y="499861"/>
                        </a:cubicBezTo>
                        <a:cubicBezTo>
                          <a:pt x="5690229" y="634461"/>
                          <a:pt x="3865307" y="342665"/>
                          <a:pt x="0" y="499861"/>
                        </a:cubicBezTo>
                        <a:cubicBezTo>
                          <a:pt x="27778" y="374846"/>
                          <a:pt x="26535" y="17975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13">
              <a:blipFill>
                <a:blip r:embed="rId18"/>
                <a:tile tx="0" ty="0" sx="100000" sy="100000" flip="none" algn="tl"/>
              </a:blipFill>
            </a:endParaRPr>
          </a:p>
        </p:txBody>
      </p:sp>
      <p:sp>
        <p:nvSpPr>
          <p:cNvPr id="14" name="タイトル 4">
            <a:extLst>
              <a:ext uri="{FF2B5EF4-FFF2-40B4-BE49-F238E27FC236}">
                <a16:creationId xmlns:a16="http://schemas.microsoft.com/office/drawing/2014/main" id="{91667F83-6B15-7923-C132-051E781878EE}"/>
              </a:ext>
            </a:extLst>
          </p:cNvPr>
          <p:cNvSpPr txBox="1">
            <a:spLocks/>
          </p:cNvSpPr>
          <p:nvPr/>
        </p:nvSpPr>
        <p:spPr>
          <a:xfrm>
            <a:off x="1693720" y="6380554"/>
            <a:ext cx="5756564" cy="455037"/>
          </a:xfrm>
          <a:prstGeom prst="rect">
            <a:avLst/>
          </a:prstGeom>
          <a:ln>
            <a:noFill/>
          </a:ln>
        </p:spPr>
        <p:txBody>
          <a:bodyPr vert="horz" lIns="51435" tIns="25718" rIns="51435" bIns="25718"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kumimoji="1" lang="ja-JP" altLang="ja-JP" sz="2400" kern="1200">
                <a:solidFill>
                  <a:schemeClr val="bg1"/>
                </a:solidFill>
                <a:effectLst/>
                <a:latin typeface="MS PGothic" panose="020B0600070205080204" pitchFamily="34" charset="-128"/>
                <a:ea typeface="MS PGothic" panose="020B0600070205080204" pitchFamily="34" charset="-128"/>
                <a:cs typeface="+mj-cs"/>
              </a:rPr>
              <a:t>Materials</a:t>
            </a:r>
            <a:r>
              <a:rPr kumimoji="1" lang="en-US" altLang="ja-JP" sz="2400" kern="1200" dirty="0">
                <a:solidFill>
                  <a:schemeClr val="bg1"/>
                </a:solidFill>
                <a:effectLst/>
                <a:latin typeface="MS PGothic" panose="020B0600070205080204" pitchFamily="34" charset="-128"/>
                <a:ea typeface="MS PGothic" panose="020B0600070205080204" pitchFamily="34" charset="-128"/>
                <a:cs typeface="+mj-cs"/>
              </a:rPr>
              <a:t> </a:t>
            </a:r>
            <a:r>
              <a:rPr kumimoji="1" lang="ja-JP" altLang="ja-JP" sz="2400" kern="1200">
                <a:solidFill>
                  <a:schemeClr val="bg1"/>
                </a:solidFill>
                <a:effectLst/>
                <a:latin typeface="MS PGothic" panose="020B0600070205080204" pitchFamily="34" charset="-128"/>
                <a:ea typeface="MS PGothic" panose="020B0600070205080204" pitchFamily="34" charset="-128"/>
                <a:cs typeface="+mj-cs"/>
              </a:rPr>
              <a:t>Informatics</a:t>
            </a:r>
            <a:r>
              <a:rPr kumimoji="1" lang="en-US" altLang="ja-JP" sz="2400" kern="1200" dirty="0">
                <a:solidFill>
                  <a:schemeClr val="bg1"/>
                </a:solidFill>
                <a:effectLst/>
                <a:latin typeface="MS PGothic" panose="020B0600070205080204" pitchFamily="34" charset="-128"/>
                <a:ea typeface="MS PGothic" panose="020B0600070205080204" pitchFamily="34" charset="-128"/>
                <a:cs typeface="+mj-cs"/>
              </a:rPr>
              <a:t> Laboratory</a:t>
            </a:r>
            <a:endParaRPr lang="ja-JP" altLang="en-US" sz="2400">
              <a:solidFill>
                <a:schemeClr val="bg1"/>
              </a:solidFill>
              <a:latin typeface="MS PGothic" panose="020B0600070205080204" pitchFamily="34" charset="-128"/>
              <a:ea typeface="MS PGothic" panose="020B0600070205080204" pitchFamily="34" charset="-128"/>
              <a:cs typeface="Arial" panose="020B0604020202020204" pitchFamily="34" charset="0"/>
            </a:endParaRPr>
          </a:p>
        </p:txBody>
      </p:sp>
      <p:pic>
        <p:nvPicPr>
          <p:cNvPr id="20" name="図 19">
            <a:extLst>
              <a:ext uri="{FF2B5EF4-FFF2-40B4-BE49-F238E27FC236}">
                <a16:creationId xmlns:a16="http://schemas.microsoft.com/office/drawing/2014/main" id="{B9EB856A-5606-CBFD-6FF0-820931E0571D}"/>
              </a:ext>
            </a:extLst>
          </p:cNvPr>
          <p:cNvPicPr>
            <a:picLocks noChangeAspect="1"/>
          </p:cNvPicPr>
          <p:nvPr/>
        </p:nvPicPr>
        <p:blipFill>
          <a:blip r:embed="rId19"/>
          <a:stretch>
            <a:fillRect/>
          </a:stretch>
        </p:blipFill>
        <p:spPr>
          <a:xfrm>
            <a:off x="0" y="6343413"/>
            <a:ext cx="2050991" cy="529310"/>
          </a:xfrm>
          <a:prstGeom prst="rect">
            <a:avLst/>
          </a:prstGeom>
        </p:spPr>
      </p:pic>
      <p:sp>
        <p:nvSpPr>
          <p:cNvPr id="5" name="スライド番号プレースホルダー 2">
            <a:extLst>
              <a:ext uri="{FF2B5EF4-FFF2-40B4-BE49-F238E27FC236}">
                <a16:creationId xmlns:a16="http://schemas.microsoft.com/office/drawing/2014/main" id="{B9239351-33CA-7DAE-FD47-CB3E70C461C0}"/>
              </a:ext>
            </a:extLst>
          </p:cNvPr>
          <p:cNvSpPr>
            <a:spLocks noGrp="1"/>
          </p:cNvSpPr>
          <p:nvPr>
            <p:ph type="sldNum" sz="quarter" idx="4"/>
          </p:nvPr>
        </p:nvSpPr>
        <p:spPr>
          <a:xfrm>
            <a:off x="8349343" y="6357263"/>
            <a:ext cx="761112" cy="500743"/>
          </a:xfrm>
          <a:prstGeom prst="rect">
            <a:avLst/>
          </a:prstGeom>
          <a:ln>
            <a:noFill/>
          </a:ln>
        </p:spPr>
        <p:txBody>
          <a:bodyPr anchor="ctr" anchorCtr="1"/>
          <a:lstStyle>
            <a:lvl1pPr>
              <a:defRPr lang="ja-JP" altLang="en-US" sz="1125" smtClean="0">
                <a:solidFill>
                  <a:schemeClr val="bg1"/>
                </a:solidFill>
                <a:latin typeface="+mj-ea"/>
                <a:ea typeface="+mj-ea"/>
              </a:defRPr>
            </a:lvl1pPr>
          </a:lstStyle>
          <a:p>
            <a:fld id="{1BA0AA21-87FF-B84E-A2D6-7D0F041D0AAE}" type="slidenum">
              <a:rPr kumimoji="1" lang="ja-JP" altLang="en-US" smtClean="0"/>
              <a:t>‹#›</a:t>
            </a:fld>
            <a:endParaRPr kumimoji="1" lang="ja-JP" altLang="en-US"/>
          </a:p>
        </p:txBody>
      </p:sp>
    </p:spTree>
    <p:extLst>
      <p:ext uri="{BB962C8B-B14F-4D97-AF65-F5344CB8AC3E}">
        <p14:creationId xmlns:p14="http://schemas.microsoft.com/office/powerpoint/2010/main" val="245199306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Lst>
  <p:hf sldNum="0" hdr="0" ftr="0" dt="0"/>
  <p:txStyles>
    <p:titleStyle>
      <a:lvl1pPr algn="l" defTabSz="514337" rtl="0" eaLnBrk="1" latinLnBrk="0" hangingPunct="1">
        <a:lnSpc>
          <a:spcPct val="90000"/>
        </a:lnSpc>
        <a:spcBef>
          <a:spcPct val="0"/>
        </a:spcBef>
        <a:buNone/>
        <a:defRPr kumimoji="1" sz="2475" kern="1200">
          <a:solidFill>
            <a:schemeClr val="tx1"/>
          </a:solidFill>
          <a:latin typeface="+mj-ea"/>
          <a:ea typeface="+mj-ea"/>
          <a:cs typeface="+mj-cs"/>
        </a:defRPr>
      </a:lvl1pPr>
    </p:titleStyle>
    <p:bodyStyle>
      <a:lvl1pPr marL="128585" indent="-128585" algn="l" defTabSz="514337" rtl="0" eaLnBrk="1" latinLnBrk="0" hangingPunct="1">
        <a:lnSpc>
          <a:spcPct val="90000"/>
        </a:lnSpc>
        <a:spcBef>
          <a:spcPts val="563"/>
        </a:spcBef>
        <a:buFont typeface="Arial" panose="020B0604020202020204" pitchFamily="34" charset="0"/>
        <a:buChar char="•"/>
        <a:defRPr kumimoji="1" sz="1575" kern="1200">
          <a:solidFill>
            <a:schemeClr val="tx1"/>
          </a:solidFill>
          <a:latin typeface="MS PGothic" panose="020B0600070205080204" pitchFamily="34" charset="-128"/>
          <a:ea typeface="MS PGothic" panose="020B0600070205080204" pitchFamily="34" charset="-128"/>
          <a:cs typeface="+mn-cs"/>
        </a:defRPr>
      </a:lvl1pPr>
      <a:lvl2pPr marL="385754" indent="-128585" algn="l" defTabSz="514337" rtl="0" eaLnBrk="1" latinLnBrk="0" hangingPunct="1">
        <a:lnSpc>
          <a:spcPct val="90000"/>
        </a:lnSpc>
        <a:spcBef>
          <a:spcPts val="281"/>
        </a:spcBef>
        <a:buFont typeface="Arial" panose="020B0604020202020204" pitchFamily="34" charset="0"/>
        <a:buChar char="•"/>
        <a:defRPr kumimoji="1" sz="1350" kern="1200">
          <a:solidFill>
            <a:schemeClr val="tx1"/>
          </a:solidFill>
          <a:latin typeface="MS PGothic" panose="020B0600070205080204" pitchFamily="34" charset="-128"/>
          <a:ea typeface="MS PGothic" panose="020B0600070205080204" pitchFamily="34" charset="-128"/>
          <a:cs typeface="+mn-cs"/>
        </a:defRPr>
      </a:lvl2pPr>
      <a:lvl3pPr marL="642922" indent="-128585" algn="l" defTabSz="514337" rtl="0" eaLnBrk="1" latinLnBrk="0" hangingPunct="1">
        <a:lnSpc>
          <a:spcPct val="90000"/>
        </a:lnSpc>
        <a:spcBef>
          <a:spcPts val="281"/>
        </a:spcBef>
        <a:buFont typeface="Arial" panose="020B0604020202020204" pitchFamily="34" charset="0"/>
        <a:buChar char="•"/>
        <a:defRPr kumimoji="1" sz="1125" kern="1200">
          <a:solidFill>
            <a:schemeClr val="tx1"/>
          </a:solidFill>
          <a:latin typeface="MS PGothic" panose="020B0600070205080204" pitchFamily="34" charset="-128"/>
          <a:ea typeface="MS PGothic" panose="020B0600070205080204" pitchFamily="34" charset="-128"/>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S PGothic" panose="020B0600070205080204" pitchFamily="34" charset="-128"/>
          <a:ea typeface="MS PGothic" panose="020B0600070205080204" pitchFamily="34" charset="-128"/>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S PGothic" panose="020B0600070205080204" pitchFamily="34" charset="-128"/>
          <a:ea typeface="MS PGothic" panose="020B0600070205080204" pitchFamily="34" charset="-128"/>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en-US"/>
      </a:defPPr>
      <a:lvl1pPr marL="0" algn="l" defTabSz="514337" rtl="0" eaLnBrk="1" latinLnBrk="0" hangingPunct="1">
        <a:defRPr kumimoji="1" sz="1013" kern="1200">
          <a:solidFill>
            <a:schemeClr val="tx1"/>
          </a:solidFill>
          <a:latin typeface="+mn-lt"/>
          <a:ea typeface="+mn-ea"/>
          <a:cs typeface="+mn-cs"/>
        </a:defRPr>
      </a:lvl1pPr>
      <a:lvl2pPr marL="257168" algn="l" defTabSz="514337" rtl="0" eaLnBrk="1" latinLnBrk="0" hangingPunct="1">
        <a:defRPr kumimoji="1" sz="1013" kern="1200">
          <a:solidFill>
            <a:schemeClr val="tx1"/>
          </a:solidFill>
          <a:latin typeface="+mn-lt"/>
          <a:ea typeface="+mn-ea"/>
          <a:cs typeface="+mn-cs"/>
        </a:defRPr>
      </a:lvl2pPr>
      <a:lvl3pPr marL="514337" algn="l" defTabSz="514337" rtl="0" eaLnBrk="1" latinLnBrk="0" hangingPunct="1">
        <a:defRPr kumimoji="1" sz="1013" kern="1200">
          <a:solidFill>
            <a:schemeClr val="tx1"/>
          </a:solidFill>
          <a:latin typeface="+mn-lt"/>
          <a:ea typeface="+mn-ea"/>
          <a:cs typeface="+mn-cs"/>
        </a:defRPr>
      </a:lvl3pPr>
      <a:lvl4pPr marL="771506" algn="l" defTabSz="514337" rtl="0" eaLnBrk="1" latinLnBrk="0" hangingPunct="1">
        <a:defRPr kumimoji="1" sz="1013" kern="1200">
          <a:solidFill>
            <a:schemeClr val="tx1"/>
          </a:solidFill>
          <a:latin typeface="+mn-lt"/>
          <a:ea typeface="+mn-ea"/>
          <a:cs typeface="+mn-cs"/>
        </a:defRPr>
      </a:lvl4pPr>
      <a:lvl5pPr marL="1028675" algn="l" defTabSz="514337" rtl="0" eaLnBrk="1" latinLnBrk="0" hangingPunct="1">
        <a:defRPr kumimoji="1" sz="1013" kern="1200">
          <a:solidFill>
            <a:schemeClr val="tx1"/>
          </a:solidFill>
          <a:latin typeface="+mn-lt"/>
          <a:ea typeface="+mn-ea"/>
          <a:cs typeface="+mn-cs"/>
        </a:defRPr>
      </a:lvl5pPr>
      <a:lvl6pPr marL="1285843" algn="l" defTabSz="514337" rtl="0" eaLnBrk="1" latinLnBrk="0" hangingPunct="1">
        <a:defRPr kumimoji="1" sz="1013" kern="1200">
          <a:solidFill>
            <a:schemeClr val="tx1"/>
          </a:solidFill>
          <a:latin typeface="+mn-lt"/>
          <a:ea typeface="+mn-ea"/>
          <a:cs typeface="+mn-cs"/>
        </a:defRPr>
      </a:lvl6pPr>
      <a:lvl7pPr marL="1543012" algn="l" defTabSz="514337" rtl="0" eaLnBrk="1" latinLnBrk="0" hangingPunct="1">
        <a:defRPr kumimoji="1" sz="1013" kern="1200">
          <a:solidFill>
            <a:schemeClr val="tx1"/>
          </a:solidFill>
          <a:latin typeface="+mn-lt"/>
          <a:ea typeface="+mn-ea"/>
          <a:cs typeface="+mn-cs"/>
        </a:defRPr>
      </a:lvl7pPr>
      <a:lvl8pPr marL="1800180" algn="l" defTabSz="514337" rtl="0" eaLnBrk="1" latinLnBrk="0" hangingPunct="1">
        <a:defRPr kumimoji="1" sz="1013" kern="1200">
          <a:solidFill>
            <a:schemeClr val="tx1"/>
          </a:solidFill>
          <a:latin typeface="+mn-lt"/>
          <a:ea typeface="+mn-ea"/>
          <a:cs typeface="+mn-cs"/>
        </a:defRPr>
      </a:lvl8pPr>
      <a:lvl9pPr marL="2057348" algn="l" defTabSz="514337"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フローチャート: 処理 6">
            <a:extLst>
              <a:ext uri="{FF2B5EF4-FFF2-40B4-BE49-F238E27FC236}">
                <a16:creationId xmlns:a16="http://schemas.microsoft.com/office/drawing/2014/main" id="{9C356FA8-19DC-5A91-650E-FB36B2AEBD30}"/>
              </a:ext>
            </a:extLst>
          </p:cNvPr>
          <p:cNvSpPr/>
          <p:nvPr/>
        </p:nvSpPr>
        <p:spPr>
          <a:xfrm>
            <a:off x="0" y="6328690"/>
            <a:ext cx="9144000" cy="529310"/>
          </a:xfrm>
          <a:prstGeom prst="flowChartProcess">
            <a:avLst/>
          </a:prstGeom>
          <a:solidFill>
            <a:schemeClr val="accent4">
              <a:lumMod val="75000"/>
            </a:schemeClr>
          </a:solidFill>
          <a:ln w="28575">
            <a:noFill/>
            <a:prstDash val="solid"/>
            <a:extLst>
              <a:ext uri="{C807C97D-BFC1-408E-A445-0C87EB9F89A2}">
                <ask:lineSketchStyleProps xmlns:ask="http://schemas.microsoft.com/office/drawing/2018/sketchyshapes" sd="1219033472">
                  <a:custGeom>
                    <a:avLst/>
                    <a:gdLst>
                      <a:gd name="csX0" fmla="*/ 0 w 9144000"/>
                      <a:gd name="csY0" fmla="*/ 0 h 499862"/>
                      <a:gd name="csX1" fmla="*/ 9144000 w 9144000"/>
                      <a:gd name="csY1" fmla="*/ 0 h 499862"/>
                      <a:gd name="csX2" fmla="*/ 9144000 w 9144000"/>
                      <a:gd name="csY2" fmla="*/ 499861 h 499862"/>
                      <a:gd name="csX3" fmla="*/ 0 w 9144000"/>
                      <a:gd name="csY3" fmla="*/ 499861 h 499862"/>
                      <a:gd name="csX4" fmla="*/ 0 w 9144000"/>
                      <a:gd name="csY4" fmla="*/ 0 h 499862"/>
                    </a:gdLst>
                    <a:ahLst/>
                    <a:cxnLst>
                      <a:cxn ang="0">
                        <a:pos x="csX0" y="csY0"/>
                      </a:cxn>
                      <a:cxn ang="0">
                        <a:pos x="csX1" y="csY1"/>
                      </a:cxn>
                      <a:cxn ang="0">
                        <a:pos x="csX2" y="csY2"/>
                      </a:cxn>
                      <a:cxn ang="0">
                        <a:pos x="csX3" y="csY3"/>
                      </a:cxn>
                      <a:cxn ang="0">
                        <a:pos x="csX4" y="csY4"/>
                      </a:cxn>
                    </a:cxnLst>
                    <a:rect l="l" t="t" r="r" b="b"/>
                    <a:pathLst>
                      <a:path w="9144000" h="499862" extrusionOk="0">
                        <a:moveTo>
                          <a:pt x="0" y="0"/>
                        </a:moveTo>
                        <a:cubicBezTo>
                          <a:pt x="2613657" y="118645"/>
                          <a:pt x="5770383" y="116012"/>
                          <a:pt x="9144000" y="0"/>
                        </a:cubicBezTo>
                        <a:cubicBezTo>
                          <a:pt x="9118057" y="51748"/>
                          <a:pt x="9135843" y="387510"/>
                          <a:pt x="9144000" y="499861"/>
                        </a:cubicBezTo>
                        <a:cubicBezTo>
                          <a:pt x="5690229" y="634461"/>
                          <a:pt x="3865307" y="342665"/>
                          <a:pt x="0" y="499861"/>
                        </a:cubicBezTo>
                        <a:cubicBezTo>
                          <a:pt x="27778" y="374846"/>
                          <a:pt x="26535" y="17975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13">
              <a:blipFill>
                <a:blip r:embed="rId17"/>
                <a:tile tx="0" ty="0" sx="100000" sy="100000" flip="none" algn="tl"/>
              </a:blipFill>
            </a:endParaRPr>
          </a:p>
        </p:txBody>
      </p:sp>
      <p:sp>
        <p:nvSpPr>
          <p:cNvPr id="6" name="Slide Number Placeholder 5"/>
          <p:cNvSpPr>
            <a:spLocks noGrp="1"/>
          </p:cNvSpPr>
          <p:nvPr>
            <p:ph type="sldNum" sz="quarter" idx="4"/>
          </p:nvPr>
        </p:nvSpPr>
        <p:spPr>
          <a:xfrm>
            <a:off x="8503117" y="6425512"/>
            <a:ext cx="565205" cy="365125"/>
          </a:xfrm>
          <a:prstGeom prst="rect">
            <a:avLst/>
          </a:prstGeom>
        </p:spPr>
        <p:txBody>
          <a:bodyPr vert="horz" lIns="91440" tIns="45720" rIns="91440" bIns="45720" rtlCol="0" anchor="ctr" anchorCtr="1"/>
          <a:lstStyle>
            <a:lvl1pPr algn="r">
              <a:defRPr sz="675">
                <a:solidFill>
                  <a:schemeClr val="bg1"/>
                </a:solidFill>
              </a:defRPr>
            </a:lvl1pPr>
          </a:lstStyle>
          <a:p>
            <a:fld id="{1BA0AA21-87FF-B84E-A2D6-7D0F041D0AAE}" type="slidenum">
              <a:rPr kumimoji="1" lang="ja-JP" altLang="en-US" smtClean="0"/>
              <a:t>‹#›</a:t>
            </a:fld>
            <a:endParaRPr kumimoji="1" lang="ja-JP" altLang="en-US"/>
          </a:p>
        </p:txBody>
      </p:sp>
      <p:sp>
        <p:nvSpPr>
          <p:cNvPr id="14" name="タイトル 4">
            <a:extLst>
              <a:ext uri="{FF2B5EF4-FFF2-40B4-BE49-F238E27FC236}">
                <a16:creationId xmlns:a16="http://schemas.microsoft.com/office/drawing/2014/main" id="{91667F83-6B15-7923-C132-051E781878EE}"/>
              </a:ext>
            </a:extLst>
          </p:cNvPr>
          <p:cNvSpPr txBox="1">
            <a:spLocks/>
          </p:cNvSpPr>
          <p:nvPr/>
        </p:nvSpPr>
        <p:spPr>
          <a:xfrm>
            <a:off x="2746552" y="6380555"/>
            <a:ext cx="5756564" cy="455037"/>
          </a:xfrm>
          <a:prstGeom prst="rect">
            <a:avLst/>
          </a:prstGeom>
          <a:ln>
            <a:noFill/>
          </a:ln>
        </p:spPr>
        <p:txBody>
          <a:bodyPr vert="horz" lIns="51435" tIns="25718" rIns="51435" bIns="25718"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kumimoji="1" lang="ja-JP" altLang="ja-JP" sz="2400" kern="1200">
                <a:solidFill>
                  <a:schemeClr val="bg1"/>
                </a:solidFill>
                <a:effectLst/>
                <a:latin typeface="MS PGothic" panose="020B0600070205080204" pitchFamily="34" charset="-128"/>
                <a:ea typeface="MS PGothic" panose="020B0600070205080204" pitchFamily="34" charset="-128"/>
                <a:cs typeface="+mj-cs"/>
              </a:rPr>
              <a:t>Materials</a:t>
            </a:r>
            <a:r>
              <a:rPr kumimoji="1" lang="en-US" altLang="ja-JP" sz="2400" kern="1200" dirty="0">
                <a:solidFill>
                  <a:schemeClr val="bg1"/>
                </a:solidFill>
                <a:effectLst/>
                <a:latin typeface="MS PGothic" panose="020B0600070205080204" pitchFamily="34" charset="-128"/>
                <a:ea typeface="MS PGothic" panose="020B0600070205080204" pitchFamily="34" charset="-128"/>
                <a:cs typeface="+mj-cs"/>
              </a:rPr>
              <a:t> </a:t>
            </a:r>
            <a:r>
              <a:rPr kumimoji="1" lang="ja-JP" altLang="ja-JP" sz="2400" kern="1200">
                <a:solidFill>
                  <a:schemeClr val="bg1"/>
                </a:solidFill>
                <a:effectLst/>
                <a:latin typeface="MS PGothic" panose="020B0600070205080204" pitchFamily="34" charset="-128"/>
                <a:ea typeface="MS PGothic" panose="020B0600070205080204" pitchFamily="34" charset="-128"/>
                <a:cs typeface="+mj-cs"/>
              </a:rPr>
              <a:t>Informatics</a:t>
            </a:r>
            <a:r>
              <a:rPr kumimoji="1" lang="en-US" altLang="ja-JP" sz="2400" kern="1200" dirty="0">
                <a:solidFill>
                  <a:schemeClr val="bg1"/>
                </a:solidFill>
                <a:effectLst/>
                <a:latin typeface="MS PGothic" panose="020B0600070205080204" pitchFamily="34" charset="-128"/>
                <a:ea typeface="MS PGothic" panose="020B0600070205080204" pitchFamily="34" charset="-128"/>
                <a:cs typeface="+mj-cs"/>
              </a:rPr>
              <a:t> Laboratory</a:t>
            </a:r>
            <a:endParaRPr lang="ja-JP" altLang="en-US" sz="2400">
              <a:solidFill>
                <a:schemeClr val="bg1"/>
              </a:solidFill>
              <a:latin typeface="MS PGothic" panose="020B0600070205080204" pitchFamily="34" charset="-128"/>
              <a:ea typeface="MS PGothic" panose="020B0600070205080204" pitchFamily="34" charset="-128"/>
              <a:cs typeface="Arial" panose="020B0604020202020204" pitchFamily="34" charset="0"/>
            </a:endParaRPr>
          </a:p>
        </p:txBody>
      </p:sp>
      <p:pic>
        <p:nvPicPr>
          <p:cNvPr id="20" name="図 19">
            <a:extLst>
              <a:ext uri="{FF2B5EF4-FFF2-40B4-BE49-F238E27FC236}">
                <a16:creationId xmlns:a16="http://schemas.microsoft.com/office/drawing/2014/main" id="{B9EB856A-5606-CBFD-6FF0-820931E0571D}"/>
              </a:ext>
            </a:extLst>
          </p:cNvPr>
          <p:cNvPicPr>
            <a:picLocks noChangeAspect="1"/>
          </p:cNvPicPr>
          <p:nvPr/>
        </p:nvPicPr>
        <p:blipFill>
          <a:blip r:embed="rId18"/>
          <a:stretch>
            <a:fillRect/>
          </a:stretch>
        </p:blipFill>
        <p:spPr>
          <a:xfrm>
            <a:off x="0" y="6343413"/>
            <a:ext cx="2763982" cy="529310"/>
          </a:xfrm>
          <a:prstGeom prst="rect">
            <a:avLst/>
          </a:prstGeom>
        </p:spPr>
      </p:pic>
    </p:spTree>
    <p:extLst>
      <p:ext uri="{BB962C8B-B14F-4D97-AF65-F5344CB8AC3E}">
        <p14:creationId xmlns:p14="http://schemas.microsoft.com/office/powerpoint/2010/main" val="132933501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Lst>
  <p:hf sldNum="0" hdr="0" ftr="0" dt="0"/>
  <p:txStyles>
    <p:titleStyle>
      <a:lvl1pPr algn="l" defTabSz="514337" rtl="0" eaLnBrk="1" latinLnBrk="0" hangingPunct="1">
        <a:lnSpc>
          <a:spcPct val="90000"/>
        </a:lnSpc>
        <a:spcBef>
          <a:spcPct val="0"/>
        </a:spcBef>
        <a:buNone/>
        <a:defRPr kumimoji="1" sz="2475" kern="1200">
          <a:solidFill>
            <a:schemeClr val="tx1"/>
          </a:solidFill>
          <a:latin typeface="+mj-ea"/>
          <a:ea typeface="+mj-ea"/>
          <a:cs typeface="+mj-cs"/>
        </a:defRPr>
      </a:lvl1pPr>
    </p:titleStyle>
    <p:bodyStyle>
      <a:lvl1pPr marL="128585" indent="-128585" algn="l" defTabSz="514337" rtl="0" eaLnBrk="1" latinLnBrk="0" hangingPunct="1">
        <a:lnSpc>
          <a:spcPct val="90000"/>
        </a:lnSpc>
        <a:spcBef>
          <a:spcPts val="563"/>
        </a:spcBef>
        <a:buFont typeface="Arial" panose="020B0604020202020204" pitchFamily="34" charset="0"/>
        <a:buChar char="•"/>
        <a:defRPr kumimoji="1" sz="1575" kern="1200">
          <a:solidFill>
            <a:schemeClr val="tx1"/>
          </a:solidFill>
          <a:latin typeface="MS PGothic" panose="020B0600070205080204" pitchFamily="34" charset="-128"/>
          <a:ea typeface="MS PGothic" panose="020B0600070205080204" pitchFamily="34" charset="-128"/>
          <a:cs typeface="+mn-cs"/>
        </a:defRPr>
      </a:lvl1pPr>
      <a:lvl2pPr marL="385754" indent="-128585" algn="l" defTabSz="514337" rtl="0" eaLnBrk="1" latinLnBrk="0" hangingPunct="1">
        <a:lnSpc>
          <a:spcPct val="90000"/>
        </a:lnSpc>
        <a:spcBef>
          <a:spcPts val="281"/>
        </a:spcBef>
        <a:buFont typeface="Arial" panose="020B0604020202020204" pitchFamily="34" charset="0"/>
        <a:buChar char="•"/>
        <a:defRPr kumimoji="1" sz="1350" kern="1200">
          <a:solidFill>
            <a:schemeClr val="tx1"/>
          </a:solidFill>
          <a:latin typeface="MS PGothic" panose="020B0600070205080204" pitchFamily="34" charset="-128"/>
          <a:ea typeface="MS PGothic" panose="020B0600070205080204" pitchFamily="34" charset="-128"/>
          <a:cs typeface="+mn-cs"/>
        </a:defRPr>
      </a:lvl2pPr>
      <a:lvl3pPr marL="642922" indent="-128585" algn="l" defTabSz="514337" rtl="0" eaLnBrk="1" latinLnBrk="0" hangingPunct="1">
        <a:lnSpc>
          <a:spcPct val="90000"/>
        </a:lnSpc>
        <a:spcBef>
          <a:spcPts val="281"/>
        </a:spcBef>
        <a:buFont typeface="Arial" panose="020B0604020202020204" pitchFamily="34" charset="0"/>
        <a:buChar char="•"/>
        <a:defRPr kumimoji="1" sz="1125" kern="1200">
          <a:solidFill>
            <a:schemeClr val="tx1"/>
          </a:solidFill>
          <a:latin typeface="MS PGothic" panose="020B0600070205080204" pitchFamily="34" charset="-128"/>
          <a:ea typeface="MS PGothic" panose="020B0600070205080204" pitchFamily="34" charset="-128"/>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S PGothic" panose="020B0600070205080204" pitchFamily="34" charset="-128"/>
          <a:ea typeface="MS PGothic" panose="020B0600070205080204" pitchFamily="34" charset="-128"/>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S PGothic" panose="020B0600070205080204" pitchFamily="34" charset="-128"/>
          <a:ea typeface="MS PGothic" panose="020B0600070205080204" pitchFamily="34" charset="-128"/>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en-US"/>
      </a:defPPr>
      <a:lvl1pPr marL="0" algn="l" defTabSz="514337" rtl="0" eaLnBrk="1" latinLnBrk="0" hangingPunct="1">
        <a:defRPr kumimoji="1" sz="1013" kern="1200">
          <a:solidFill>
            <a:schemeClr val="tx1"/>
          </a:solidFill>
          <a:latin typeface="+mn-lt"/>
          <a:ea typeface="+mn-ea"/>
          <a:cs typeface="+mn-cs"/>
        </a:defRPr>
      </a:lvl1pPr>
      <a:lvl2pPr marL="257168" algn="l" defTabSz="514337" rtl="0" eaLnBrk="1" latinLnBrk="0" hangingPunct="1">
        <a:defRPr kumimoji="1" sz="1013" kern="1200">
          <a:solidFill>
            <a:schemeClr val="tx1"/>
          </a:solidFill>
          <a:latin typeface="+mn-lt"/>
          <a:ea typeface="+mn-ea"/>
          <a:cs typeface="+mn-cs"/>
        </a:defRPr>
      </a:lvl2pPr>
      <a:lvl3pPr marL="514337" algn="l" defTabSz="514337" rtl="0" eaLnBrk="1" latinLnBrk="0" hangingPunct="1">
        <a:defRPr kumimoji="1" sz="1013" kern="1200">
          <a:solidFill>
            <a:schemeClr val="tx1"/>
          </a:solidFill>
          <a:latin typeface="+mn-lt"/>
          <a:ea typeface="+mn-ea"/>
          <a:cs typeface="+mn-cs"/>
        </a:defRPr>
      </a:lvl3pPr>
      <a:lvl4pPr marL="771506" algn="l" defTabSz="514337" rtl="0" eaLnBrk="1" latinLnBrk="0" hangingPunct="1">
        <a:defRPr kumimoji="1" sz="1013" kern="1200">
          <a:solidFill>
            <a:schemeClr val="tx1"/>
          </a:solidFill>
          <a:latin typeface="+mn-lt"/>
          <a:ea typeface="+mn-ea"/>
          <a:cs typeface="+mn-cs"/>
        </a:defRPr>
      </a:lvl4pPr>
      <a:lvl5pPr marL="1028675" algn="l" defTabSz="514337" rtl="0" eaLnBrk="1" latinLnBrk="0" hangingPunct="1">
        <a:defRPr kumimoji="1" sz="1013" kern="1200">
          <a:solidFill>
            <a:schemeClr val="tx1"/>
          </a:solidFill>
          <a:latin typeface="+mn-lt"/>
          <a:ea typeface="+mn-ea"/>
          <a:cs typeface="+mn-cs"/>
        </a:defRPr>
      </a:lvl5pPr>
      <a:lvl6pPr marL="1285843" algn="l" defTabSz="514337" rtl="0" eaLnBrk="1" latinLnBrk="0" hangingPunct="1">
        <a:defRPr kumimoji="1" sz="1013" kern="1200">
          <a:solidFill>
            <a:schemeClr val="tx1"/>
          </a:solidFill>
          <a:latin typeface="+mn-lt"/>
          <a:ea typeface="+mn-ea"/>
          <a:cs typeface="+mn-cs"/>
        </a:defRPr>
      </a:lvl6pPr>
      <a:lvl7pPr marL="1543012" algn="l" defTabSz="514337" rtl="0" eaLnBrk="1" latinLnBrk="0" hangingPunct="1">
        <a:defRPr kumimoji="1" sz="1013" kern="1200">
          <a:solidFill>
            <a:schemeClr val="tx1"/>
          </a:solidFill>
          <a:latin typeface="+mn-lt"/>
          <a:ea typeface="+mn-ea"/>
          <a:cs typeface="+mn-cs"/>
        </a:defRPr>
      </a:lvl7pPr>
      <a:lvl8pPr marL="1800180" algn="l" defTabSz="514337" rtl="0" eaLnBrk="1" latinLnBrk="0" hangingPunct="1">
        <a:defRPr kumimoji="1" sz="1013" kern="1200">
          <a:solidFill>
            <a:schemeClr val="tx1"/>
          </a:solidFill>
          <a:latin typeface="+mn-lt"/>
          <a:ea typeface="+mn-ea"/>
          <a:cs typeface="+mn-cs"/>
        </a:defRPr>
      </a:lvl8pPr>
      <a:lvl9pPr marL="2057348" algn="l" defTabSz="514337"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フローチャート: 処理 6">
            <a:extLst>
              <a:ext uri="{FF2B5EF4-FFF2-40B4-BE49-F238E27FC236}">
                <a16:creationId xmlns:a16="http://schemas.microsoft.com/office/drawing/2014/main" id="{9C356FA8-19DC-5A91-650E-FB36B2AEBD30}"/>
              </a:ext>
            </a:extLst>
          </p:cNvPr>
          <p:cNvSpPr/>
          <p:nvPr/>
        </p:nvSpPr>
        <p:spPr>
          <a:xfrm>
            <a:off x="0" y="6328690"/>
            <a:ext cx="9144000" cy="529310"/>
          </a:xfrm>
          <a:prstGeom prst="flowChartProcess">
            <a:avLst/>
          </a:prstGeom>
          <a:solidFill>
            <a:schemeClr val="accent4">
              <a:lumMod val="75000"/>
            </a:schemeClr>
          </a:solidFill>
          <a:ln w="28575">
            <a:noFill/>
            <a:prstDash val="solid"/>
            <a:extLst>
              <a:ext uri="{C807C97D-BFC1-408E-A445-0C87EB9F89A2}">
                <ask:lineSketchStyleProps xmlns:ask="http://schemas.microsoft.com/office/drawing/2018/sketchyshapes" sd="1219033472">
                  <a:custGeom>
                    <a:avLst/>
                    <a:gdLst>
                      <a:gd name="csX0" fmla="*/ 0 w 9144000"/>
                      <a:gd name="csY0" fmla="*/ 0 h 499862"/>
                      <a:gd name="csX1" fmla="*/ 9144000 w 9144000"/>
                      <a:gd name="csY1" fmla="*/ 0 h 499862"/>
                      <a:gd name="csX2" fmla="*/ 9144000 w 9144000"/>
                      <a:gd name="csY2" fmla="*/ 499861 h 499862"/>
                      <a:gd name="csX3" fmla="*/ 0 w 9144000"/>
                      <a:gd name="csY3" fmla="*/ 499861 h 499862"/>
                      <a:gd name="csX4" fmla="*/ 0 w 9144000"/>
                      <a:gd name="csY4" fmla="*/ 0 h 499862"/>
                    </a:gdLst>
                    <a:ahLst/>
                    <a:cxnLst>
                      <a:cxn ang="0">
                        <a:pos x="csX0" y="csY0"/>
                      </a:cxn>
                      <a:cxn ang="0">
                        <a:pos x="csX1" y="csY1"/>
                      </a:cxn>
                      <a:cxn ang="0">
                        <a:pos x="csX2" y="csY2"/>
                      </a:cxn>
                      <a:cxn ang="0">
                        <a:pos x="csX3" y="csY3"/>
                      </a:cxn>
                      <a:cxn ang="0">
                        <a:pos x="csX4" y="csY4"/>
                      </a:cxn>
                    </a:cxnLst>
                    <a:rect l="l" t="t" r="r" b="b"/>
                    <a:pathLst>
                      <a:path w="9144000" h="499862" extrusionOk="0">
                        <a:moveTo>
                          <a:pt x="0" y="0"/>
                        </a:moveTo>
                        <a:cubicBezTo>
                          <a:pt x="2613657" y="118645"/>
                          <a:pt x="5770383" y="116012"/>
                          <a:pt x="9144000" y="0"/>
                        </a:cubicBezTo>
                        <a:cubicBezTo>
                          <a:pt x="9118057" y="51748"/>
                          <a:pt x="9135843" y="387510"/>
                          <a:pt x="9144000" y="499861"/>
                        </a:cubicBezTo>
                        <a:cubicBezTo>
                          <a:pt x="5690229" y="634461"/>
                          <a:pt x="3865307" y="342665"/>
                          <a:pt x="0" y="499861"/>
                        </a:cubicBezTo>
                        <a:cubicBezTo>
                          <a:pt x="27778" y="374846"/>
                          <a:pt x="26535" y="17975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13">
              <a:blipFill>
                <a:blip r:embed="rId17"/>
                <a:tile tx="0" ty="0" sx="100000" sy="100000" flip="none" algn="tl"/>
              </a:blipFill>
            </a:endParaRPr>
          </a:p>
        </p:txBody>
      </p:sp>
      <p:sp>
        <p:nvSpPr>
          <p:cNvPr id="6" name="Slide Number Placeholder 5"/>
          <p:cNvSpPr>
            <a:spLocks noGrp="1"/>
          </p:cNvSpPr>
          <p:nvPr>
            <p:ph type="sldNum" sz="quarter" idx="4"/>
          </p:nvPr>
        </p:nvSpPr>
        <p:spPr>
          <a:xfrm>
            <a:off x="8503117" y="6425512"/>
            <a:ext cx="565205" cy="365125"/>
          </a:xfrm>
          <a:prstGeom prst="rect">
            <a:avLst/>
          </a:prstGeom>
        </p:spPr>
        <p:txBody>
          <a:bodyPr vert="horz" lIns="91440" tIns="45720" rIns="91440" bIns="45720" rtlCol="0" anchor="ctr" anchorCtr="1"/>
          <a:lstStyle>
            <a:lvl1pPr algn="r">
              <a:defRPr sz="675">
                <a:solidFill>
                  <a:schemeClr val="bg1"/>
                </a:solidFill>
              </a:defRPr>
            </a:lvl1pPr>
          </a:lstStyle>
          <a:p>
            <a:fld id="{1BA0AA21-87FF-B84E-A2D6-7D0F041D0AAE}" type="slidenum">
              <a:rPr kumimoji="1" lang="ja-JP" altLang="en-US" smtClean="0"/>
              <a:t>‹#›</a:t>
            </a:fld>
            <a:endParaRPr kumimoji="1" lang="ja-JP" altLang="en-US"/>
          </a:p>
        </p:txBody>
      </p:sp>
      <p:sp>
        <p:nvSpPr>
          <p:cNvPr id="14" name="タイトル 4">
            <a:extLst>
              <a:ext uri="{FF2B5EF4-FFF2-40B4-BE49-F238E27FC236}">
                <a16:creationId xmlns:a16="http://schemas.microsoft.com/office/drawing/2014/main" id="{91667F83-6B15-7923-C132-051E781878EE}"/>
              </a:ext>
            </a:extLst>
          </p:cNvPr>
          <p:cNvSpPr txBox="1">
            <a:spLocks/>
          </p:cNvSpPr>
          <p:nvPr/>
        </p:nvSpPr>
        <p:spPr>
          <a:xfrm>
            <a:off x="2746552" y="6380555"/>
            <a:ext cx="5756564" cy="455037"/>
          </a:xfrm>
          <a:prstGeom prst="rect">
            <a:avLst/>
          </a:prstGeom>
          <a:ln>
            <a:noFill/>
          </a:ln>
        </p:spPr>
        <p:txBody>
          <a:bodyPr vert="horz" lIns="51435" tIns="25718" rIns="51435" bIns="25718"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kumimoji="1" lang="ja-JP" altLang="ja-JP" sz="2400" kern="1200">
                <a:solidFill>
                  <a:schemeClr val="bg1"/>
                </a:solidFill>
                <a:effectLst/>
                <a:latin typeface="MS PGothic" panose="020B0600070205080204" pitchFamily="34" charset="-128"/>
                <a:ea typeface="MS PGothic" panose="020B0600070205080204" pitchFamily="34" charset="-128"/>
                <a:cs typeface="+mj-cs"/>
              </a:rPr>
              <a:t>Materials</a:t>
            </a:r>
            <a:r>
              <a:rPr kumimoji="1" lang="en-US" altLang="ja-JP" sz="2400" kern="1200" dirty="0">
                <a:solidFill>
                  <a:schemeClr val="bg1"/>
                </a:solidFill>
                <a:effectLst/>
                <a:latin typeface="MS PGothic" panose="020B0600070205080204" pitchFamily="34" charset="-128"/>
                <a:ea typeface="MS PGothic" panose="020B0600070205080204" pitchFamily="34" charset="-128"/>
                <a:cs typeface="+mj-cs"/>
              </a:rPr>
              <a:t> </a:t>
            </a:r>
            <a:r>
              <a:rPr kumimoji="1" lang="ja-JP" altLang="ja-JP" sz="2400" kern="1200">
                <a:solidFill>
                  <a:schemeClr val="bg1"/>
                </a:solidFill>
                <a:effectLst/>
                <a:latin typeface="MS PGothic" panose="020B0600070205080204" pitchFamily="34" charset="-128"/>
                <a:ea typeface="MS PGothic" panose="020B0600070205080204" pitchFamily="34" charset="-128"/>
                <a:cs typeface="+mj-cs"/>
              </a:rPr>
              <a:t>Informatics</a:t>
            </a:r>
            <a:r>
              <a:rPr kumimoji="1" lang="en-US" altLang="ja-JP" sz="2400" kern="1200" dirty="0">
                <a:solidFill>
                  <a:schemeClr val="bg1"/>
                </a:solidFill>
                <a:effectLst/>
                <a:latin typeface="MS PGothic" panose="020B0600070205080204" pitchFamily="34" charset="-128"/>
                <a:ea typeface="MS PGothic" panose="020B0600070205080204" pitchFamily="34" charset="-128"/>
                <a:cs typeface="+mj-cs"/>
              </a:rPr>
              <a:t> Laboratory</a:t>
            </a:r>
            <a:endParaRPr lang="ja-JP" altLang="en-US" sz="2400">
              <a:solidFill>
                <a:schemeClr val="bg1"/>
              </a:solidFill>
              <a:latin typeface="MS PGothic" panose="020B0600070205080204" pitchFamily="34" charset="-128"/>
              <a:ea typeface="MS PGothic" panose="020B0600070205080204" pitchFamily="34" charset="-128"/>
              <a:cs typeface="Arial" panose="020B0604020202020204" pitchFamily="34" charset="0"/>
            </a:endParaRPr>
          </a:p>
        </p:txBody>
      </p:sp>
      <p:pic>
        <p:nvPicPr>
          <p:cNvPr id="20" name="図 19">
            <a:extLst>
              <a:ext uri="{FF2B5EF4-FFF2-40B4-BE49-F238E27FC236}">
                <a16:creationId xmlns:a16="http://schemas.microsoft.com/office/drawing/2014/main" id="{B9EB856A-5606-CBFD-6FF0-820931E0571D}"/>
              </a:ext>
            </a:extLst>
          </p:cNvPr>
          <p:cNvPicPr>
            <a:picLocks noChangeAspect="1"/>
          </p:cNvPicPr>
          <p:nvPr/>
        </p:nvPicPr>
        <p:blipFill>
          <a:blip r:embed="rId18"/>
          <a:stretch>
            <a:fillRect/>
          </a:stretch>
        </p:blipFill>
        <p:spPr>
          <a:xfrm>
            <a:off x="0" y="6343413"/>
            <a:ext cx="2763982" cy="529310"/>
          </a:xfrm>
          <a:prstGeom prst="rect">
            <a:avLst/>
          </a:prstGeom>
        </p:spPr>
      </p:pic>
    </p:spTree>
    <p:extLst>
      <p:ext uri="{BB962C8B-B14F-4D97-AF65-F5344CB8AC3E}">
        <p14:creationId xmlns:p14="http://schemas.microsoft.com/office/powerpoint/2010/main" val="7588125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Lst>
  <p:hf sldNum="0" hdr="0" ftr="0" dt="0"/>
  <p:txStyles>
    <p:titleStyle>
      <a:lvl1pPr algn="l" defTabSz="514337" rtl="0" eaLnBrk="1" latinLnBrk="0" hangingPunct="1">
        <a:lnSpc>
          <a:spcPct val="90000"/>
        </a:lnSpc>
        <a:spcBef>
          <a:spcPct val="0"/>
        </a:spcBef>
        <a:buNone/>
        <a:defRPr kumimoji="1" sz="2475" kern="1200">
          <a:solidFill>
            <a:schemeClr val="tx1"/>
          </a:solidFill>
          <a:latin typeface="+mj-ea"/>
          <a:ea typeface="+mj-ea"/>
          <a:cs typeface="+mj-cs"/>
        </a:defRPr>
      </a:lvl1pPr>
    </p:titleStyle>
    <p:bodyStyle>
      <a:lvl1pPr marL="128585" indent="-128585" algn="l" defTabSz="514337" rtl="0" eaLnBrk="1" latinLnBrk="0" hangingPunct="1">
        <a:lnSpc>
          <a:spcPct val="90000"/>
        </a:lnSpc>
        <a:spcBef>
          <a:spcPts val="563"/>
        </a:spcBef>
        <a:buFont typeface="Arial" panose="020B0604020202020204" pitchFamily="34" charset="0"/>
        <a:buChar char="•"/>
        <a:defRPr kumimoji="1" sz="1575" kern="1200">
          <a:solidFill>
            <a:schemeClr val="tx1"/>
          </a:solidFill>
          <a:latin typeface="MS PGothic" panose="020B0600070205080204" pitchFamily="34" charset="-128"/>
          <a:ea typeface="MS PGothic" panose="020B0600070205080204" pitchFamily="34" charset="-128"/>
          <a:cs typeface="+mn-cs"/>
        </a:defRPr>
      </a:lvl1pPr>
      <a:lvl2pPr marL="385754" indent="-128585" algn="l" defTabSz="514337" rtl="0" eaLnBrk="1" latinLnBrk="0" hangingPunct="1">
        <a:lnSpc>
          <a:spcPct val="90000"/>
        </a:lnSpc>
        <a:spcBef>
          <a:spcPts val="281"/>
        </a:spcBef>
        <a:buFont typeface="Arial" panose="020B0604020202020204" pitchFamily="34" charset="0"/>
        <a:buChar char="•"/>
        <a:defRPr kumimoji="1" sz="1350" kern="1200">
          <a:solidFill>
            <a:schemeClr val="tx1"/>
          </a:solidFill>
          <a:latin typeface="MS PGothic" panose="020B0600070205080204" pitchFamily="34" charset="-128"/>
          <a:ea typeface="MS PGothic" panose="020B0600070205080204" pitchFamily="34" charset="-128"/>
          <a:cs typeface="+mn-cs"/>
        </a:defRPr>
      </a:lvl2pPr>
      <a:lvl3pPr marL="642922" indent="-128585" algn="l" defTabSz="514337" rtl="0" eaLnBrk="1" latinLnBrk="0" hangingPunct="1">
        <a:lnSpc>
          <a:spcPct val="90000"/>
        </a:lnSpc>
        <a:spcBef>
          <a:spcPts val="281"/>
        </a:spcBef>
        <a:buFont typeface="Arial" panose="020B0604020202020204" pitchFamily="34" charset="0"/>
        <a:buChar char="•"/>
        <a:defRPr kumimoji="1" sz="1125" kern="1200">
          <a:solidFill>
            <a:schemeClr val="tx1"/>
          </a:solidFill>
          <a:latin typeface="MS PGothic" panose="020B0600070205080204" pitchFamily="34" charset="-128"/>
          <a:ea typeface="MS PGothic" panose="020B0600070205080204" pitchFamily="34" charset="-128"/>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S PGothic" panose="020B0600070205080204" pitchFamily="34" charset="-128"/>
          <a:ea typeface="MS PGothic" panose="020B0600070205080204" pitchFamily="34" charset="-128"/>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S PGothic" panose="020B0600070205080204" pitchFamily="34" charset="-128"/>
          <a:ea typeface="MS PGothic" panose="020B0600070205080204" pitchFamily="34" charset="-128"/>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en-US"/>
      </a:defPPr>
      <a:lvl1pPr marL="0" algn="l" defTabSz="514337" rtl="0" eaLnBrk="1" latinLnBrk="0" hangingPunct="1">
        <a:defRPr kumimoji="1" sz="1013" kern="1200">
          <a:solidFill>
            <a:schemeClr val="tx1"/>
          </a:solidFill>
          <a:latin typeface="+mn-lt"/>
          <a:ea typeface="+mn-ea"/>
          <a:cs typeface="+mn-cs"/>
        </a:defRPr>
      </a:lvl1pPr>
      <a:lvl2pPr marL="257168" algn="l" defTabSz="514337" rtl="0" eaLnBrk="1" latinLnBrk="0" hangingPunct="1">
        <a:defRPr kumimoji="1" sz="1013" kern="1200">
          <a:solidFill>
            <a:schemeClr val="tx1"/>
          </a:solidFill>
          <a:latin typeface="+mn-lt"/>
          <a:ea typeface="+mn-ea"/>
          <a:cs typeface="+mn-cs"/>
        </a:defRPr>
      </a:lvl2pPr>
      <a:lvl3pPr marL="514337" algn="l" defTabSz="514337" rtl="0" eaLnBrk="1" latinLnBrk="0" hangingPunct="1">
        <a:defRPr kumimoji="1" sz="1013" kern="1200">
          <a:solidFill>
            <a:schemeClr val="tx1"/>
          </a:solidFill>
          <a:latin typeface="+mn-lt"/>
          <a:ea typeface="+mn-ea"/>
          <a:cs typeface="+mn-cs"/>
        </a:defRPr>
      </a:lvl3pPr>
      <a:lvl4pPr marL="771506" algn="l" defTabSz="514337" rtl="0" eaLnBrk="1" latinLnBrk="0" hangingPunct="1">
        <a:defRPr kumimoji="1" sz="1013" kern="1200">
          <a:solidFill>
            <a:schemeClr val="tx1"/>
          </a:solidFill>
          <a:latin typeface="+mn-lt"/>
          <a:ea typeface="+mn-ea"/>
          <a:cs typeface="+mn-cs"/>
        </a:defRPr>
      </a:lvl4pPr>
      <a:lvl5pPr marL="1028675" algn="l" defTabSz="514337" rtl="0" eaLnBrk="1" latinLnBrk="0" hangingPunct="1">
        <a:defRPr kumimoji="1" sz="1013" kern="1200">
          <a:solidFill>
            <a:schemeClr val="tx1"/>
          </a:solidFill>
          <a:latin typeface="+mn-lt"/>
          <a:ea typeface="+mn-ea"/>
          <a:cs typeface="+mn-cs"/>
        </a:defRPr>
      </a:lvl5pPr>
      <a:lvl6pPr marL="1285843" algn="l" defTabSz="514337" rtl="0" eaLnBrk="1" latinLnBrk="0" hangingPunct="1">
        <a:defRPr kumimoji="1" sz="1013" kern="1200">
          <a:solidFill>
            <a:schemeClr val="tx1"/>
          </a:solidFill>
          <a:latin typeface="+mn-lt"/>
          <a:ea typeface="+mn-ea"/>
          <a:cs typeface="+mn-cs"/>
        </a:defRPr>
      </a:lvl6pPr>
      <a:lvl7pPr marL="1543012" algn="l" defTabSz="514337" rtl="0" eaLnBrk="1" latinLnBrk="0" hangingPunct="1">
        <a:defRPr kumimoji="1" sz="1013" kern="1200">
          <a:solidFill>
            <a:schemeClr val="tx1"/>
          </a:solidFill>
          <a:latin typeface="+mn-lt"/>
          <a:ea typeface="+mn-ea"/>
          <a:cs typeface="+mn-cs"/>
        </a:defRPr>
      </a:lvl7pPr>
      <a:lvl8pPr marL="1800180" algn="l" defTabSz="514337" rtl="0" eaLnBrk="1" latinLnBrk="0" hangingPunct="1">
        <a:defRPr kumimoji="1" sz="1013" kern="1200">
          <a:solidFill>
            <a:schemeClr val="tx1"/>
          </a:solidFill>
          <a:latin typeface="+mn-lt"/>
          <a:ea typeface="+mn-ea"/>
          <a:cs typeface="+mn-cs"/>
        </a:defRPr>
      </a:lvl8pPr>
      <a:lvl9pPr marL="2057348" algn="l" defTabSz="514337" rtl="0" eaLnBrk="1" latinLnBrk="0" hangingPunct="1">
        <a:defRPr kumimoji="1"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7" name="フローチャート: 処理 6">
            <a:extLst>
              <a:ext uri="{FF2B5EF4-FFF2-40B4-BE49-F238E27FC236}">
                <a16:creationId xmlns:a16="http://schemas.microsoft.com/office/drawing/2014/main" id="{9C356FA8-19DC-5A91-650E-FB36B2AEBD30}"/>
              </a:ext>
            </a:extLst>
          </p:cNvPr>
          <p:cNvSpPr/>
          <p:nvPr/>
        </p:nvSpPr>
        <p:spPr>
          <a:xfrm>
            <a:off x="0" y="6328690"/>
            <a:ext cx="9144000" cy="529310"/>
          </a:xfrm>
          <a:prstGeom prst="flowChartProcess">
            <a:avLst/>
          </a:prstGeom>
          <a:solidFill>
            <a:schemeClr val="accent4">
              <a:lumMod val="75000"/>
            </a:schemeClr>
          </a:solidFill>
          <a:ln w="28575">
            <a:noFill/>
            <a:prstDash val="solid"/>
            <a:extLst>
              <a:ext uri="{C807C97D-BFC1-408E-A445-0C87EB9F89A2}">
                <ask:lineSketchStyleProps xmlns:ask="http://schemas.microsoft.com/office/drawing/2018/sketchyshapes" sd="1219033472">
                  <a:custGeom>
                    <a:avLst/>
                    <a:gdLst>
                      <a:gd name="csX0" fmla="*/ 0 w 9144000"/>
                      <a:gd name="csY0" fmla="*/ 0 h 499862"/>
                      <a:gd name="csX1" fmla="*/ 9144000 w 9144000"/>
                      <a:gd name="csY1" fmla="*/ 0 h 499862"/>
                      <a:gd name="csX2" fmla="*/ 9144000 w 9144000"/>
                      <a:gd name="csY2" fmla="*/ 499861 h 499862"/>
                      <a:gd name="csX3" fmla="*/ 0 w 9144000"/>
                      <a:gd name="csY3" fmla="*/ 499861 h 499862"/>
                      <a:gd name="csX4" fmla="*/ 0 w 9144000"/>
                      <a:gd name="csY4" fmla="*/ 0 h 499862"/>
                    </a:gdLst>
                    <a:ahLst/>
                    <a:cxnLst>
                      <a:cxn ang="0">
                        <a:pos x="csX0" y="csY0"/>
                      </a:cxn>
                      <a:cxn ang="0">
                        <a:pos x="csX1" y="csY1"/>
                      </a:cxn>
                      <a:cxn ang="0">
                        <a:pos x="csX2" y="csY2"/>
                      </a:cxn>
                      <a:cxn ang="0">
                        <a:pos x="csX3" y="csY3"/>
                      </a:cxn>
                      <a:cxn ang="0">
                        <a:pos x="csX4" y="csY4"/>
                      </a:cxn>
                    </a:cxnLst>
                    <a:rect l="l" t="t" r="r" b="b"/>
                    <a:pathLst>
                      <a:path w="9144000" h="499862" extrusionOk="0">
                        <a:moveTo>
                          <a:pt x="0" y="0"/>
                        </a:moveTo>
                        <a:cubicBezTo>
                          <a:pt x="2613657" y="118645"/>
                          <a:pt x="5770383" y="116012"/>
                          <a:pt x="9144000" y="0"/>
                        </a:cubicBezTo>
                        <a:cubicBezTo>
                          <a:pt x="9118057" y="51748"/>
                          <a:pt x="9135843" y="387510"/>
                          <a:pt x="9144000" y="499861"/>
                        </a:cubicBezTo>
                        <a:cubicBezTo>
                          <a:pt x="5690229" y="634461"/>
                          <a:pt x="3865307" y="342665"/>
                          <a:pt x="0" y="499861"/>
                        </a:cubicBezTo>
                        <a:cubicBezTo>
                          <a:pt x="27778" y="374846"/>
                          <a:pt x="26535" y="179751"/>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blipFill>
                <a:blip r:embed="rId17"/>
                <a:tile tx="0" ty="0" sx="100000" sy="100000" flip="none" algn="tl"/>
              </a:blipFill>
            </a:endParaRPr>
          </a:p>
        </p:txBody>
      </p:sp>
      <p:sp>
        <p:nvSpPr>
          <p:cNvPr id="6" name="Slide Number Placeholder 5"/>
          <p:cNvSpPr>
            <a:spLocks noGrp="1"/>
          </p:cNvSpPr>
          <p:nvPr>
            <p:ph type="sldNum" sz="quarter" idx="4"/>
          </p:nvPr>
        </p:nvSpPr>
        <p:spPr>
          <a:xfrm>
            <a:off x="8503115" y="6425508"/>
            <a:ext cx="565205" cy="365125"/>
          </a:xfrm>
          <a:prstGeom prst="rect">
            <a:avLst/>
          </a:prstGeom>
        </p:spPr>
        <p:txBody>
          <a:bodyPr vert="horz" lIns="91440" tIns="45720" rIns="91440" bIns="45720" rtlCol="0" anchor="ctr" anchorCtr="1"/>
          <a:lstStyle>
            <a:lvl1pPr algn="r">
              <a:defRPr sz="900">
                <a:solidFill>
                  <a:schemeClr val="bg1"/>
                </a:solidFill>
              </a:defRPr>
            </a:lvl1pPr>
          </a:lstStyle>
          <a:p>
            <a:fld id="{1BA0AA21-87FF-B84E-A2D6-7D0F041D0AAE}" type="slidenum">
              <a:rPr kumimoji="1" lang="ja-JP" altLang="en-US" smtClean="0"/>
              <a:t>‹#›</a:t>
            </a:fld>
            <a:endParaRPr kumimoji="1" lang="ja-JP" altLang="en-US"/>
          </a:p>
        </p:txBody>
      </p:sp>
      <p:sp>
        <p:nvSpPr>
          <p:cNvPr id="14" name="タイトル 4">
            <a:extLst>
              <a:ext uri="{FF2B5EF4-FFF2-40B4-BE49-F238E27FC236}">
                <a16:creationId xmlns:a16="http://schemas.microsoft.com/office/drawing/2014/main" id="{91667F83-6B15-7923-C132-051E781878EE}"/>
              </a:ext>
            </a:extLst>
          </p:cNvPr>
          <p:cNvSpPr txBox="1">
            <a:spLocks/>
          </p:cNvSpPr>
          <p:nvPr/>
        </p:nvSpPr>
        <p:spPr>
          <a:xfrm>
            <a:off x="2746551" y="6380551"/>
            <a:ext cx="5756564" cy="455037"/>
          </a:xfrm>
          <a:prstGeom prst="rect">
            <a:avLst/>
          </a:prstGeom>
          <a:ln>
            <a:noFill/>
          </a:ln>
        </p:spPr>
        <p:txBody>
          <a:bodyPr vert="horz" lIns="68580" tIns="34290" rIns="68580" bIns="3429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kumimoji="1" lang="ja-JP" altLang="ja-JP" sz="3200" kern="1200">
                <a:solidFill>
                  <a:schemeClr val="bg1"/>
                </a:solidFill>
                <a:effectLst/>
                <a:latin typeface="MS PGothic" panose="020B0600070205080204" pitchFamily="34" charset="-128"/>
                <a:ea typeface="MS PGothic" panose="020B0600070205080204" pitchFamily="34" charset="-128"/>
                <a:cs typeface="+mj-cs"/>
              </a:rPr>
              <a:t>Materials</a:t>
            </a:r>
            <a:r>
              <a:rPr kumimoji="1" lang="en-US" altLang="ja-JP" sz="3200" kern="1200" dirty="0">
                <a:solidFill>
                  <a:schemeClr val="bg1"/>
                </a:solidFill>
                <a:effectLst/>
                <a:latin typeface="MS PGothic" panose="020B0600070205080204" pitchFamily="34" charset="-128"/>
                <a:ea typeface="MS PGothic" panose="020B0600070205080204" pitchFamily="34" charset="-128"/>
                <a:cs typeface="+mj-cs"/>
              </a:rPr>
              <a:t> </a:t>
            </a:r>
            <a:r>
              <a:rPr kumimoji="1" lang="ja-JP" altLang="ja-JP" sz="3200" kern="1200">
                <a:solidFill>
                  <a:schemeClr val="bg1"/>
                </a:solidFill>
                <a:effectLst/>
                <a:latin typeface="MS PGothic" panose="020B0600070205080204" pitchFamily="34" charset="-128"/>
                <a:ea typeface="MS PGothic" panose="020B0600070205080204" pitchFamily="34" charset="-128"/>
                <a:cs typeface="+mj-cs"/>
              </a:rPr>
              <a:t>Informatics</a:t>
            </a:r>
            <a:r>
              <a:rPr kumimoji="1" lang="en-US" altLang="ja-JP" sz="3200" kern="1200" dirty="0">
                <a:solidFill>
                  <a:schemeClr val="bg1"/>
                </a:solidFill>
                <a:effectLst/>
                <a:latin typeface="MS PGothic" panose="020B0600070205080204" pitchFamily="34" charset="-128"/>
                <a:ea typeface="MS PGothic" panose="020B0600070205080204" pitchFamily="34" charset="-128"/>
                <a:cs typeface="+mj-cs"/>
              </a:rPr>
              <a:t> Laboratory</a:t>
            </a:r>
            <a:endParaRPr lang="ja-JP" altLang="en-US" sz="3200">
              <a:solidFill>
                <a:schemeClr val="bg1"/>
              </a:solidFill>
              <a:latin typeface="MS PGothic" panose="020B0600070205080204" pitchFamily="34" charset="-128"/>
              <a:ea typeface="MS PGothic" panose="020B0600070205080204" pitchFamily="34" charset="-128"/>
              <a:cs typeface="Arial" panose="020B0604020202020204" pitchFamily="34" charset="0"/>
            </a:endParaRPr>
          </a:p>
        </p:txBody>
      </p:sp>
      <p:pic>
        <p:nvPicPr>
          <p:cNvPr id="20" name="図 19">
            <a:extLst>
              <a:ext uri="{FF2B5EF4-FFF2-40B4-BE49-F238E27FC236}">
                <a16:creationId xmlns:a16="http://schemas.microsoft.com/office/drawing/2014/main" id="{B9EB856A-5606-CBFD-6FF0-820931E0571D}"/>
              </a:ext>
            </a:extLst>
          </p:cNvPr>
          <p:cNvPicPr>
            <a:picLocks noChangeAspect="1"/>
          </p:cNvPicPr>
          <p:nvPr/>
        </p:nvPicPr>
        <p:blipFill>
          <a:blip r:embed="rId18"/>
          <a:stretch>
            <a:fillRect/>
          </a:stretch>
        </p:blipFill>
        <p:spPr>
          <a:xfrm>
            <a:off x="0" y="6343413"/>
            <a:ext cx="2763982" cy="529310"/>
          </a:xfrm>
          <a:prstGeom prst="rect">
            <a:avLst/>
          </a:prstGeom>
        </p:spPr>
      </p:pic>
    </p:spTree>
    <p:extLst>
      <p:ext uri="{BB962C8B-B14F-4D97-AF65-F5344CB8AC3E}">
        <p14:creationId xmlns:p14="http://schemas.microsoft.com/office/powerpoint/2010/main" val="104435019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Lst>
  <p:hf sldNum="0" hdr="0" ftr="0" dt="0"/>
  <p:txStyles>
    <p:titleStyle>
      <a:lvl1pPr algn="l" defTabSz="685800" rtl="0" eaLnBrk="1" latinLnBrk="0" hangingPunct="1">
        <a:lnSpc>
          <a:spcPct val="90000"/>
        </a:lnSpc>
        <a:spcBef>
          <a:spcPct val="0"/>
        </a:spcBef>
        <a:buNone/>
        <a:defRPr kumimoji="1" sz="3300" kern="1200">
          <a:solidFill>
            <a:schemeClr val="tx1"/>
          </a:solidFill>
          <a:latin typeface="+mj-ea"/>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S PGothic" panose="020B0600070205080204" pitchFamily="34" charset="-128"/>
          <a:ea typeface="MS PGothic" panose="020B0600070205080204" pitchFamily="34" charset="-128"/>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S PGothic" panose="020B0600070205080204" pitchFamily="34" charset="-128"/>
          <a:ea typeface="MS PGothic" panose="020B0600070205080204" pitchFamily="34" charset="-128"/>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S PGothic" panose="020B0600070205080204" pitchFamily="34" charset="-128"/>
          <a:ea typeface="MS PGothic" panose="020B0600070205080204" pitchFamily="34" charset="-128"/>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S PGothic" panose="020B0600070205080204" pitchFamily="34" charset="-128"/>
          <a:ea typeface="MS PGothic" panose="020B0600070205080204" pitchFamily="34" charset="-128"/>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S PGothic" panose="020B0600070205080204" pitchFamily="34" charset="-128"/>
          <a:ea typeface="MS PGothic" panose="020B0600070205080204" pitchFamily="34" charset="-128"/>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p15:clr>
            <a:srgbClr val="F26B43"/>
          </p15:clr>
        </p15:guide>
        <p15:guide id="3" orient="horz" pos="2160">
          <p15:clr>
            <a:srgbClr val="F26B43"/>
          </p15:clr>
        </p15:guide>
        <p15:guide id="4"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8/10/relationships/comments" Target="../comments/modernComment_150_2E3C3BEB.xml"/><Relationship Id="rId1" Type="http://schemas.openxmlformats.org/officeDocument/2006/relationships/slideLayout" Target="../slideLayouts/slideLayout4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44_2BC94140.xml"/><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4F_50C5AF8A.xml"/><Relationship Id="rId2" Type="http://schemas.openxmlformats.org/officeDocument/2006/relationships/notesSlide" Target="../notesSlides/notesSlide4.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55_2375DF85.xml"/><Relationship Id="rId2" Type="http://schemas.openxmlformats.org/officeDocument/2006/relationships/notesSlide" Target="../notesSlides/notesSlide5.xml"/><Relationship Id="rId1" Type="http://schemas.openxmlformats.org/officeDocument/2006/relationships/slideLayout" Target="../slideLayouts/slideLayout4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49_E6A89FDC.xml"/><Relationship Id="rId2" Type="http://schemas.openxmlformats.org/officeDocument/2006/relationships/notesSlide" Target="../notesSlides/notesSlide8.xml"/><Relationship Id="rId1" Type="http://schemas.openxmlformats.org/officeDocument/2006/relationships/slideLayout" Target="../slideLayouts/slideLayout47.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4B_45D48A32.xml"/><Relationship Id="rId2" Type="http://schemas.openxmlformats.org/officeDocument/2006/relationships/notesSlide" Target="../notesSlides/notesSlide10.xml"/><Relationship Id="rId1" Type="http://schemas.openxmlformats.org/officeDocument/2006/relationships/slideLayout" Target="../slideLayouts/slideLayout4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56_D9F257E2.xml"/><Relationship Id="rId2" Type="http://schemas.openxmlformats.org/officeDocument/2006/relationships/notesSlide" Target="../notesSlides/notesSlide11.xml"/><Relationship Id="rId1" Type="http://schemas.openxmlformats.org/officeDocument/2006/relationships/slideLayout" Target="../slideLayouts/slideLayout4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4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4D_44CDB591.xml"/><Relationship Id="rId2" Type="http://schemas.openxmlformats.org/officeDocument/2006/relationships/notesSlide" Target="../notesSlides/notesSlide13.xml"/><Relationship Id="rId1" Type="http://schemas.openxmlformats.org/officeDocument/2006/relationships/slideLayout" Target="../slideLayouts/slideLayout47.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54_B253D363.xml"/><Relationship Id="rId2" Type="http://schemas.openxmlformats.org/officeDocument/2006/relationships/notesSlide" Target="../notesSlides/notesSlide14.xml"/><Relationship Id="rId1" Type="http://schemas.openxmlformats.org/officeDocument/2006/relationships/slideLayout" Target="../slideLayouts/slideLayout47.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microsoft.com/office/2018/10/relationships/comments" Target="../comments/modernComment_151_31F18F93.xml"/><Relationship Id="rId1" Type="http://schemas.openxmlformats.org/officeDocument/2006/relationships/slideLayout" Target="../slideLayouts/slideLayout4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18/10/relationships/comments" Target="../comments/modernComment_153_4BB3F5EA.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548640" y="1885950"/>
            <a:ext cx="6172200" cy="342900"/>
          </a:xfrm>
          <a:prstGeom prst="rect">
            <a:avLst/>
          </a:prstGeom>
          <a:noFill/>
          <a:ln/>
        </p:spPr>
        <p:txBody>
          <a:bodyPr wrap="square" lIns="0" tIns="0" rIns="0" bIns="0" rtlCol="0" anchor="ctr"/>
          <a:lstStyle/>
          <a:p>
            <a:r>
              <a:rPr lang="ja-JP" altLang="en-US" sz="2000" b="1" kern="0" spc="15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第</a:t>
            </a:r>
            <a:r>
              <a:rPr lang="en-US" altLang="ja-JP" sz="2000" b="1" kern="0" spc="15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6</a:t>
            </a:r>
            <a:r>
              <a:rPr lang="ja-JP" altLang="en-US" sz="2000" b="1" kern="0" spc="15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回 </a:t>
            </a:r>
            <a:r>
              <a:rPr lang="en-US" altLang="ja-JP" sz="2000" b="1" kern="0" spc="15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Python</a:t>
            </a:r>
            <a:r>
              <a:rPr lang="ja-JP" altLang="en-US" sz="2000" b="1" kern="0" spc="15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セミナー</a:t>
            </a:r>
            <a:endParaRPr lang="ja-JP" altLang="en-US" sz="2000" dirty="0">
              <a:latin typeface="UD Digi Kyokasho NK-R" panose="02020400000000000000" pitchFamily="18" charset="-128"/>
              <a:ea typeface="UD Digi Kyokasho NK-R" panose="02020400000000000000" pitchFamily="18" charset="-128"/>
            </a:endParaRPr>
          </a:p>
        </p:txBody>
      </p:sp>
      <p:sp>
        <p:nvSpPr>
          <p:cNvPr id="5" name="Text 3"/>
          <p:cNvSpPr/>
          <p:nvPr/>
        </p:nvSpPr>
        <p:spPr>
          <a:xfrm>
            <a:off x="548640" y="2331720"/>
            <a:ext cx="7543800" cy="754380"/>
          </a:xfrm>
          <a:prstGeom prst="rect">
            <a:avLst/>
          </a:prstGeom>
          <a:noFill/>
          <a:ln/>
        </p:spPr>
        <p:txBody>
          <a:bodyPr wrap="square" lIns="0" tIns="0" rIns="0" bIns="0" rtlCol="0" anchor="ctr"/>
          <a:lstStyle/>
          <a:p>
            <a:r>
              <a:rPr lang="ja-JP" altLang="en-US" sz="3600" b="1" dirty="0">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可視化・クラスタリング</a:t>
            </a:r>
            <a:endParaRPr lang="ja-JP" altLang="en-US" sz="3600" dirty="0">
              <a:latin typeface="UD Digi Kyokasho NK-R" panose="02020400000000000000" pitchFamily="18" charset="-128"/>
              <a:ea typeface="UD Digi Kyokasho NK-R" panose="02020400000000000000" pitchFamily="18" charset="-128"/>
            </a:endParaRPr>
          </a:p>
        </p:txBody>
      </p:sp>
      <p:sp>
        <p:nvSpPr>
          <p:cNvPr id="6" name="Text 4"/>
          <p:cNvSpPr/>
          <p:nvPr/>
        </p:nvSpPr>
        <p:spPr>
          <a:xfrm>
            <a:off x="548640" y="3154680"/>
            <a:ext cx="7543800" cy="411480"/>
          </a:xfrm>
          <a:prstGeom prst="rect">
            <a:avLst/>
          </a:prstGeom>
          <a:noFill/>
          <a:ln/>
        </p:spPr>
        <p:txBody>
          <a:bodyPr wrap="square" lIns="0" tIns="0" rIns="0" bIns="0" rtlCol="0" anchor="ctr"/>
          <a:lstStyle/>
          <a:p>
            <a:r>
              <a:rPr lang="en-US" altLang="ja-JP" sz="200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PCA / UMAP </a:t>
            </a:r>
            <a:r>
              <a:rPr lang="ja-JP" altLang="en-US" sz="2000"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による可視化と，階層的・非階層的クラスタリング</a:t>
            </a:r>
            <a:endParaRPr lang="ja-JP" altLang="en-US" sz="2000" dirty="0">
              <a:latin typeface="UD Digi Kyokasho NK-R" panose="02020400000000000000" pitchFamily="18" charset="-128"/>
              <a:ea typeface="UD Digi Kyokasho NK-R" panose="02020400000000000000" pitchFamily="18" charset="-128"/>
            </a:endParaRPr>
          </a:p>
        </p:txBody>
      </p:sp>
      <p:sp>
        <p:nvSpPr>
          <p:cNvPr id="7" name="Text 5"/>
          <p:cNvSpPr/>
          <p:nvPr/>
        </p:nvSpPr>
        <p:spPr>
          <a:xfrm>
            <a:off x="582930" y="4766310"/>
            <a:ext cx="5486400" cy="685800"/>
          </a:xfrm>
          <a:prstGeom prst="rect">
            <a:avLst/>
          </a:prstGeom>
          <a:noFill/>
          <a:ln/>
        </p:spPr>
        <p:txBody>
          <a:bodyPr wrap="square" lIns="0" tIns="0" rIns="0" bIns="0" rtlCol="0" anchor="ctr"/>
          <a:lstStyle/>
          <a:p>
            <a:r>
              <a:rPr lang="ja-JP" altLang="en-US" b="1"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課題まとめスライド</a:t>
            </a:r>
            <a:endParaRPr lang="ja-JP" altLang="en-US" dirty="0">
              <a:latin typeface="UD Digi Kyokasho NK-R" panose="02020400000000000000" pitchFamily="18" charset="-128"/>
              <a:ea typeface="UD Digi Kyokasho NK-R" panose="02020400000000000000" pitchFamily="18" charset="-128"/>
            </a:endParaRPr>
          </a:p>
          <a:p>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M2</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担当：土師　</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M1</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担当：谷</a:t>
            </a:r>
            <a:endParaRPr lang="ja-JP" altLang="en-US" dirty="0">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3852169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F0DFD1B7-E3E9-6E8F-EA23-96FD7D432612}"/>
              </a:ext>
            </a:extLst>
          </p:cNvPr>
          <p:cNvGrpSpPr/>
          <p:nvPr/>
        </p:nvGrpSpPr>
        <p:grpSpPr>
          <a:xfrm>
            <a:off x="422910" y="1381617"/>
            <a:ext cx="8298180" cy="630936"/>
            <a:chOff x="422910" y="1523131"/>
            <a:chExt cx="8298180" cy="630936"/>
          </a:xfrm>
        </p:grpSpPr>
        <p:sp>
          <p:nvSpPr>
            <p:cNvPr id="4" name="Shape 2"/>
            <p:cNvSpPr/>
            <p:nvPr/>
          </p:nvSpPr>
          <p:spPr>
            <a:xfrm>
              <a:off x="422910" y="1523131"/>
              <a:ext cx="8298180" cy="630936"/>
            </a:xfrm>
            <a:prstGeom prst="roundRect">
              <a:avLst>
                <a:gd name="adj" fmla="val 6522"/>
              </a:avLst>
            </a:prstGeom>
            <a:solidFill>
              <a:srgbClr val="F2F7F7"/>
            </a:solidFill>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5" name="Shape 3"/>
            <p:cNvSpPr/>
            <p:nvPr/>
          </p:nvSpPr>
          <p:spPr>
            <a:xfrm>
              <a:off x="594360" y="1674007"/>
              <a:ext cx="329184" cy="329184"/>
            </a:xfrm>
            <a:prstGeom prst="ellipse">
              <a:avLst/>
            </a:prstGeom>
            <a:solidFill>
              <a:srgbClr val="156082"/>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6" name="Text 4"/>
            <p:cNvSpPr/>
            <p:nvPr/>
          </p:nvSpPr>
          <p:spPr>
            <a:xfrm>
              <a:off x="594360" y="1674007"/>
              <a:ext cx="329184" cy="329184"/>
            </a:xfrm>
            <a:prstGeom prst="rect">
              <a:avLst/>
            </a:prstGeom>
            <a:noFill/>
            <a:ln/>
          </p:spPr>
          <p:txBody>
            <a:bodyPr wrap="square" lIns="0" tIns="0" rIns="0" bIns="0" rtlCol="0" anchor="ctr"/>
            <a:lstStyle/>
            <a:p>
              <a:pPr algn="ctr"/>
              <a:r>
                <a:rPr lang="en-US" altLang="ja-JP" sz="1600"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1</a:t>
              </a:r>
              <a:endParaRPr lang="ja-JP" altLang="en-US" sz="1600" dirty="0">
                <a:latin typeface="UD Digi Kyokasho NK-R" panose="02020400000000000000" pitchFamily="18" charset="-128"/>
                <a:ea typeface="UD Digi Kyokasho NK-R" panose="02020400000000000000" pitchFamily="18" charset="-128"/>
              </a:endParaRPr>
            </a:p>
          </p:txBody>
        </p:sp>
        <p:sp>
          <p:nvSpPr>
            <p:cNvPr id="7" name="Text 5"/>
            <p:cNvSpPr/>
            <p:nvPr/>
          </p:nvSpPr>
          <p:spPr>
            <a:xfrm>
              <a:off x="1074420" y="1605427"/>
              <a:ext cx="2057400" cy="480060"/>
            </a:xfrm>
            <a:prstGeom prst="rect">
              <a:avLst/>
            </a:prstGeom>
            <a:noFill/>
            <a:ln/>
          </p:spPr>
          <p:txBody>
            <a:bodyPr wrap="square" lIns="0" tIns="0" rIns="0" bIns="0" rtlCol="0" anchor="ctr"/>
            <a:lstStyle/>
            <a:p>
              <a:r>
                <a:rPr lang="ja-JP" altLang="en-US" sz="1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可視化</a:t>
              </a:r>
              <a:endParaRPr lang="ja-JP" altLang="en-US" sz="1600" dirty="0">
                <a:latin typeface="UD Digi Kyokasho NK-R" panose="02020400000000000000" pitchFamily="18" charset="-128"/>
                <a:ea typeface="UD Digi Kyokasho NK-R" panose="02020400000000000000" pitchFamily="18" charset="-128"/>
              </a:endParaRPr>
            </a:p>
          </p:txBody>
        </p:sp>
        <p:sp>
          <p:nvSpPr>
            <p:cNvPr id="8" name="Text 6"/>
            <p:cNvSpPr/>
            <p:nvPr/>
          </p:nvSpPr>
          <p:spPr>
            <a:xfrm>
              <a:off x="3166110" y="1577995"/>
              <a:ext cx="5486400" cy="534924"/>
            </a:xfrm>
            <a:prstGeom prst="rect">
              <a:avLst/>
            </a:prstGeom>
            <a:noFill/>
            <a:ln/>
          </p:spPr>
          <p:txBody>
            <a:bodyPr wrap="square" lIns="0" tIns="0" rIns="0" bIns="0" rtlCol="0" anchor="ctr"/>
            <a:lstStyle/>
            <a:p>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でデータセットを</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2</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次元に圧縮し可視化。</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は寄与率 </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vs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累積寄与率，</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PC1〜PC10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の </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10×10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プロットも作成</a:t>
              </a:r>
              <a:endParaRPr lang="ja-JP" altLang="en-US" sz="1600" dirty="0">
                <a:latin typeface="UD Digi Kyokasho NK-R" panose="02020400000000000000" pitchFamily="18" charset="-128"/>
                <a:ea typeface="UD Digi Kyokasho NK-R" panose="02020400000000000000" pitchFamily="18" charset="-128"/>
              </a:endParaRPr>
            </a:p>
          </p:txBody>
        </p:sp>
      </p:grpSp>
      <p:grpSp>
        <p:nvGrpSpPr>
          <p:cNvPr id="33" name="グループ化 32">
            <a:extLst>
              <a:ext uri="{FF2B5EF4-FFF2-40B4-BE49-F238E27FC236}">
                <a16:creationId xmlns:a16="http://schemas.microsoft.com/office/drawing/2014/main" id="{2EC8C636-C1F3-3412-7A32-D4C4A4A73B32}"/>
              </a:ext>
            </a:extLst>
          </p:cNvPr>
          <p:cNvGrpSpPr/>
          <p:nvPr/>
        </p:nvGrpSpPr>
        <p:grpSpPr>
          <a:xfrm>
            <a:off x="422910" y="2241969"/>
            <a:ext cx="8298180" cy="630936"/>
            <a:chOff x="422910" y="2236363"/>
            <a:chExt cx="8298180" cy="630936"/>
          </a:xfrm>
        </p:grpSpPr>
        <p:sp>
          <p:nvSpPr>
            <p:cNvPr id="9" name="Shape 7"/>
            <p:cNvSpPr/>
            <p:nvPr/>
          </p:nvSpPr>
          <p:spPr>
            <a:xfrm>
              <a:off x="422910" y="2236363"/>
              <a:ext cx="8298180" cy="630936"/>
            </a:xfrm>
            <a:prstGeom prst="roundRect">
              <a:avLst>
                <a:gd name="adj" fmla="val 6522"/>
              </a:avLst>
            </a:prstGeom>
            <a:solidFill>
              <a:srgbClr val="F2F7F7"/>
            </a:solidFill>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10" name="Shape 8"/>
            <p:cNvSpPr/>
            <p:nvPr/>
          </p:nvSpPr>
          <p:spPr>
            <a:xfrm>
              <a:off x="594360" y="2387239"/>
              <a:ext cx="329184" cy="329184"/>
            </a:xfrm>
            <a:prstGeom prst="ellipse">
              <a:avLst/>
            </a:prstGeom>
            <a:solidFill>
              <a:srgbClr val="156082"/>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11" name="Text 9"/>
            <p:cNvSpPr/>
            <p:nvPr/>
          </p:nvSpPr>
          <p:spPr>
            <a:xfrm>
              <a:off x="594360" y="2387239"/>
              <a:ext cx="329184" cy="329184"/>
            </a:xfrm>
            <a:prstGeom prst="rect">
              <a:avLst/>
            </a:prstGeom>
            <a:noFill/>
            <a:ln/>
          </p:spPr>
          <p:txBody>
            <a:bodyPr wrap="square" lIns="0" tIns="0" rIns="0" bIns="0" rtlCol="0" anchor="ctr"/>
            <a:lstStyle/>
            <a:p>
              <a:pPr algn="ctr"/>
              <a:r>
                <a:rPr lang="en-US" altLang="ja-JP" sz="1600"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2</a:t>
              </a:r>
              <a:endParaRPr lang="ja-JP" altLang="en-US" sz="1600" dirty="0">
                <a:latin typeface="UD Digi Kyokasho NK-R" panose="02020400000000000000" pitchFamily="18" charset="-128"/>
                <a:ea typeface="UD Digi Kyokasho NK-R" panose="02020400000000000000" pitchFamily="18" charset="-128"/>
              </a:endParaRPr>
            </a:p>
          </p:txBody>
        </p:sp>
        <p:sp>
          <p:nvSpPr>
            <p:cNvPr id="12" name="Text 10"/>
            <p:cNvSpPr/>
            <p:nvPr/>
          </p:nvSpPr>
          <p:spPr>
            <a:xfrm>
              <a:off x="1074420" y="2318659"/>
              <a:ext cx="2057400" cy="480060"/>
            </a:xfrm>
            <a:prstGeom prst="rect">
              <a:avLst/>
            </a:prstGeom>
            <a:noFill/>
            <a:ln/>
          </p:spPr>
          <p:txBody>
            <a:bodyPr wrap="square" lIns="0" tIns="0" rIns="0" bIns="0" rtlCol="0" anchor="ctr"/>
            <a:lstStyle/>
            <a:p>
              <a:r>
                <a:rPr lang="ja-JP" altLang="en-US" sz="1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階層的クラスタリング</a:t>
              </a:r>
              <a:endParaRPr lang="ja-JP" altLang="en-US" sz="1600" dirty="0">
                <a:latin typeface="UD Digi Kyokasho NK-R" panose="02020400000000000000" pitchFamily="18" charset="-128"/>
                <a:ea typeface="UD Digi Kyokasho NK-R" panose="02020400000000000000" pitchFamily="18" charset="-128"/>
              </a:endParaRPr>
            </a:p>
          </p:txBody>
        </p:sp>
        <p:sp>
          <p:nvSpPr>
            <p:cNvPr id="13" name="Text 11"/>
            <p:cNvSpPr/>
            <p:nvPr/>
          </p:nvSpPr>
          <p:spPr>
            <a:xfrm>
              <a:off x="3166110" y="2291227"/>
              <a:ext cx="5486400" cy="534924"/>
            </a:xfrm>
            <a:prstGeom prst="rect">
              <a:avLst/>
            </a:prstGeom>
            <a:noFill/>
            <a:ln/>
          </p:spPr>
          <p:txBody>
            <a:bodyPr wrap="square" lIns="0" tIns="0" rIns="0" bIns="0" rtlCol="0" anchor="ctr"/>
            <a:lstStyle/>
            <a:p>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ユークリッド距離・</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Ward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法でクラスタリング</a:t>
              </a:r>
              <a:r>
                <a:rPr lang="ja-JP" altLang="en-US" sz="16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し，</a:t>
              </a:r>
              <a:endPar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16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デンドログラム</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を図示（</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で </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10〜20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次元に圧縮）</a:t>
              </a:r>
              <a:endParaRPr lang="ja-JP" altLang="en-US" sz="1600" dirty="0">
                <a:latin typeface="UD Digi Kyokasho NK-R" panose="02020400000000000000" pitchFamily="18" charset="-128"/>
                <a:ea typeface="UD Digi Kyokasho NK-R" panose="02020400000000000000" pitchFamily="18" charset="-128"/>
              </a:endParaRPr>
            </a:p>
          </p:txBody>
        </p:sp>
      </p:grpSp>
      <p:grpSp>
        <p:nvGrpSpPr>
          <p:cNvPr id="32" name="グループ化 31">
            <a:extLst>
              <a:ext uri="{FF2B5EF4-FFF2-40B4-BE49-F238E27FC236}">
                <a16:creationId xmlns:a16="http://schemas.microsoft.com/office/drawing/2014/main" id="{CDB6389B-2ACC-50E7-E7FA-8B7649365E08}"/>
              </a:ext>
            </a:extLst>
          </p:cNvPr>
          <p:cNvGrpSpPr/>
          <p:nvPr/>
        </p:nvGrpSpPr>
        <p:grpSpPr>
          <a:xfrm>
            <a:off x="422910" y="3102321"/>
            <a:ext cx="8298180" cy="630936"/>
            <a:chOff x="422910" y="2949595"/>
            <a:chExt cx="8298180" cy="630936"/>
          </a:xfrm>
        </p:grpSpPr>
        <p:sp>
          <p:nvSpPr>
            <p:cNvPr id="14" name="Shape 12"/>
            <p:cNvSpPr/>
            <p:nvPr/>
          </p:nvSpPr>
          <p:spPr>
            <a:xfrm>
              <a:off x="422910" y="2949595"/>
              <a:ext cx="8298180" cy="630936"/>
            </a:xfrm>
            <a:prstGeom prst="roundRect">
              <a:avLst>
                <a:gd name="adj" fmla="val 6522"/>
              </a:avLst>
            </a:prstGeom>
            <a:solidFill>
              <a:srgbClr val="F2F7F7"/>
            </a:solidFill>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15" name="Shape 13"/>
            <p:cNvSpPr/>
            <p:nvPr/>
          </p:nvSpPr>
          <p:spPr>
            <a:xfrm>
              <a:off x="594360" y="3100471"/>
              <a:ext cx="329184" cy="329184"/>
            </a:xfrm>
            <a:prstGeom prst="ellipse">
              <a:avLst/>
            </a:prstGeom>
            <a:solidFill>
              <a:srgbClr val="156082"/>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16" name="Text 14"/>
            <p:cNvSpPr/>
            <p:nvPr/>
          </p:nvSpPr>
          <p:spPr>
            <a:xfrm>
              <a:off x="594360" y="3100471"/>
              <a:ext cx="329184" cy="329184"/>
            </a:xfrm>
            <a:prstGeom prst="rect">
              <a:avLst/>
            </a:prstGeom>
            <a:noFill/>
            <a:ln/>
          </p:spPr>
          <p:txBody>
            <a:bodyPr wrap="square" lIns="0" tIns="0" rIns="0" bIns="0" rtlCol="0" anchor="ctr"/>
            <a:lstStyle/>
            <a:p>
              <a:pPr algn="ctr"/>
              <a:r>
                <a:rPr lang="en-US" altLang="ja-JP" sz="1600"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3</a:t>
              </a:r>
              <a:endParaRPr lang="ja-JP" altLang="en-US" sz="1600" dirty="0">
                <a:latin typeface="UD Digi Kyokasho NK-R" panose="02020400000000000000" pitchFamily="18" charset="-128"/>
                <a:ea typeface="UD Digi Kyokasho NK-R" panose="02020400000000000000" pitchFamily="18" charset="-128"/>
              </a:endParaRPr>
            </a:p>
          </p:txBody>
        </p:sp>
        <p:sp>
          <p:nvSpPr>
            <p:cNvPr id="17" name="Text 15"/>
            <p:cNvSpPr/>
            <p:nvPr/>
          </p:nvSpPr>
          <p:spPr>
            <a:xfrm>
              <a:off x="1074420" y="3031891"/>
              <a:ext cx="2057400" cy="480060"/>
            </a:xfrm>
            <a:prstGeom prst="rect">
              <a:avLst/>
            </a:prstGeom>
            <a:noFill/>
            <a:ln/>
          </p:spPr>
          <p:txBody>
            <a:bodyPr wrap="square" lIns="0" tIns="0" rIns="0" bIns="0" rtlCol="0" anchor="ctr"/>
            <a:lstStyle/>
            <a:p>
              <a:r>
                <a:rPr lang="ja-JP" altLang="en-US" sz="1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非階層的クラスタリング</a:t>
              </a:r>
              <a:endParaRPr lang="ja-JP" altLang="en-US" sz="1600" dirty="0">
                <a:latin typeface="UD Digi Kyokasho NK-R" panose="02020400000000000000" pitchFamily="18" charset="-128"/>
                <a:ea typeface="UD Digi Kyokasho NK-R" panose="02020400000000000000" pitchFamily="18" charset="-128"/>
              </a:endParaRPr>
            </a:p>
          </p:txBody>
        </p:sp>
        <p:sp>
          <p:nvSpPr>
            <p:cNvPr id="18" name="Text 16"/>
            <p:cNvSpPr/>
            <p:nvPr/>
          </p:nvSpPr>
          <p:spPr>
            <a:xfrm>
              <a:off x="3166110" y="3004459"/>
              <a:ext cx="5486400" cy="534924"/>
            </a:xfrm>
            <a:prstGeom prst="rect">
              <a:avLst/>
            </a:prstGeom>
            <a:noFill/>
            <a:ln/>
          </p:spPr>
          <p:txBody>
            <a:bodyPr wrap="square" lIns="0" tIns="0" rIns="0" bIns="0" rtlCol="0" anchor="ctr"/>
            <a:lstStyle/>
            <a:p>
              <a:r>
                <a:rPr lang="ja-JP" altLang="en-US" sz="16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クラスター数 </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k=10</a:t>
              </a:r>
              <a:r>
                <a:rPr lang="ja-JP" altLang="en-US" sz="16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を</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先に指定し，各点を最も近い重心へ割り当て→重心更新を反復。全 </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60,000 </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点を高速に分類する。</a:t>
              </a:r>
              <a:endParaRPr lang="ja-JP" altLang="en-US" sz="1600" dirty="0">
                <a:latin typeface="UD Digi Kyokasho NK-R" panose="02020400000000000000" pitchFamily="18" charset="-128"/>
                <a:ea typeface="UD Digi Kyokasho NK-R" panose="02020400000000000000" pitchFamily="18" charset="-128"/>
              </a:endParaRPr>
            </a:p>
          </p:txBody>
        </p:sp>
      </p:grpSp>
      <p:grpSp>
        <p:nvGrpSpPr>
          <p:cNvPr id="31" name="グループ化 30">
            <a:extLst>
              <a:ext uri="{FF2B5EF4-FFF2-40B4-BE49-F238E27FC236}">
                <a16:creationId xmlns:a16="http://schemas.microsoft.com/office/drawing/2014/main" id="{7057DF0C-D510-A3E9-10E7-DF2060338F67}"/>
              </a:ext>
            </a:extLst>
          </p:cNvPr>
          <p:cNvGrpSpPr/>
          <p:nvPr/>
        </p:nvGrpSpPr>
        <p:grpSpPr>
          <a:xfrm>
            <a:off x="422910" y="3962673"/>
            <a:ext cx="8298180" cy="630936"/>
            <a:chOff x="422910" y="3662827"/>
            <a:chExt cx="8298180" cy="630936"/>
          </a:xfrm>
        </p:grpSpPr>
        <p:sp>
          <p:nvSpPr>
            <p:cNvPr id="19" name="Shape 17"/>
            <p:cNvSpPr/>
            <p:nvPr/>
          </p:nvSpPr>
          <p:spPr>
            <a:xfrm>
              <a:off x="422910" y="3662827"/>
              <a:ext cx="8298180" cy="630936"/>
            </a:xfrm>
            <a:prstGeom prst="roundRect">
              <a:avLst>
                <a:gd name="adj" fmla="val 6522"/>
              </a:avLst>
            </a:prstGeom>
            <a:solidFill>
              <a:srgbClr val="F2F7F7"/>
            </a:solidFill>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20" name="Shape 18"/>
            <p:cNvSpPr/>
            <p:nvPr/>
          </p:nvSpPr>
          <p:spPr>
            <a:xfrm>
              <a:off x="594360" y="3813703"/>
              <a:ext cx="329184" cy="329184"/>
            </a:xfrm>
            <a:prstGeom prst="ellipse">
              <a:avLst/>
            </a:prstGeom>
            <a:solidFill>
              <a:srgbClr val="156082"/>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21" name="Text 19"/>
            <p:cNvSpPr/>
            <p:nvPr/>
          </p:nvSpPr>
          <p:spPr>
            <a:xfrm>
              <a:off x="594360" y="3813703"/>
              <a:ext cx="329184" cy="329184"/>
            </a:xfrm>
            <a:prstGeom prst="rect">
              <a:avLst/>
            </a:prstGeom>
            <a:noFill/>
            <a:ln/>
          </p:spPr>
          <p:txBody>
            <a:bodyPr wrap="square" lIns="0" tIns="0" rIns="0" bIns="0" rtlCol="0" anchor="ctr"/>
            <a:lstStyle/>
            <a:p>
              <a:pPr algn="ctr"/>
              <a:r>
                <a:rPr lang="en-US" altLang="ja-JP" sz="1600"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4</a:t>
              </a:r>
              <a:endParaRPr lang="ja-JP" altLang="en-US" sz="1600" dirty="0">
                <a:latin typeface="UD Digi Kyokasho NK-R" panose="02020400000000000000" pitchFamily="18" charset="-128"/>
                <a:ea typeface="UD Digi Kyokasho NK-R" panose="02020400000000000000" pitchFamily="18" charset="-128"/>
              </a:endParaRPr>
            </a:p>
          </p:txBody>
        </p:sp>
        <p:sp>
          <p:nvSpPr>
            <p:cNvPr id="22" name="Text 20"/>
            <p:cNvSpPr/>
            <p:nvPr/>
          </p:nvSpPr>
          <p:spPr>
            <a:xfrm>
              <a:off x="1074420" y="3745123"/>
              <a:ext cx="2057400" cy="480060"/>
            </a:xfrm>
            <a:prstGeom prst="rect">
              <a:avLst/>
            </a:prstGeom>
            <a:noFill/>
            <a:ln/>
          </p:spPr>
          <p:txBody>
            <a:bodyPr wrap="square" lIns="0" tIns="0" rIns="0" bIns="0" rtlCol="0" anchor="ctr"/>
            <a:lstStyle/>
            <a:p>
              <a:r>
                <a:rPr lang="ja-JP" altLang="en-US" sz="1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結果の併記</a:t>
              </a:r>
              <a:endParaRPr lang="ja-JP" altLang="en-US" sz="1600" dirty="0">
                <a:latin typeface="UD Digi Kyokasho NK-R" panose="02020400000000000000" pitchFamily="18" charset="-128"/>
                <a:ea typeface="UD Digi Kyokasho NK-R" panose="02020400000000000000" pitchFamily="18" charset="-128"/>
              </a:endParaRPr>
            </a:p>
          </p:txBody>
        </p:sp>
        <p:sp>
          <p:nvSpPr>
            <p:cNvPr id="23" name="Text 21"/>
            <p:cNvSpPr/>
            <p:nvPr/>
          </p:nvSpPr>
          <p:spPr>
            <a:xfrm>
              <a:off x="3166110" y="3717691"/>
              <a:ext cx="5486400" cy="534924"/>
            </a:xfrm>
            <a:prstGeom prst="rect">
              <a:avLst/>
            </a:prstGeom>
            <a:noFill/>
            <a:ln/>
          </p:spPr>
          <p:txBody>
            <a:bodyPr wrap="square" lIns="0" tIns="0" rIns="0" bIns="0" rtlCol="0" anchor="ctr"/>
            <a:lstStyle/>
            <a:p>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クラスタリング結果を </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UMAP</a:t>
              </a:r>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）の散布図に色で重ねる</a:t>
              </a:r>
              <a:endParaRPr lang="ja-JP" altLang="en-US" sz="1600" dirty="0">
                <a:latin typeface="UD Digi Kyokasho NK-R" panose="02020400000000000000" pitchFamily="18" charset="-128"/>
                <a:ea typeface="UD Digi Kyokasho NK-R" panose="02020400000000000000" pitchFamily="18" charset="-128"/>
              </a:endParaRPr>
            </a:p>
          </p:txBody>
        </p:sp>
      </p:grpSp>
      <p:grpSp>
        <p:nvGrpSpPr>
          <p:cNvPr id="30" name="グループ化 29">
            <a:extLst>
              <a:ext uri="{FF2B5EF4-FFF2-40B4-BE49-F238E27FC236}">
                <a16:creationId xmlns:a16="http://schemas.microsoft.com/office/drawing/2014/main" id="{9A0CCD42-8017-0D48-DE1F-3CB9DB3BAA66}"/>
              </a:ext>
            </a:extLst>
          </p:cNvPr>
          <p:cNvGrpSpPr/>
          <p:nvPr/>
        </p:nvGrpSpPr>
        <p:grpSpPr>
          <a:xfrm>
            <a:off x="422910" y="4823023"/>
            <a:ext cx="8298180" cy="630936"/>
            <a:chOff x="422910" y="4376059"/>
            <a:chExt cx="8298180" cy="630936"/>
          </a:xfrm>
        </p:grpSpPr>
        <p:sp>
          <p:nvSpPr>
            <p:cNvPr id="24" name="Shape 22"/>
            <p:cNvSpPr/>
            <p:nvPr/>
          </p:nvSpPr>
          <p:spPr>
            <a:xfrm>
              <a:off x="422910" y="4376059"/>
              <a:ext cx="8298180" cy="630936"/>
            </a:xfrm>
            <a:prstGeom prst="roundRect">
              <a:avLst>
                <a:gd name="adj" fmla="val 6522"/>
              </a:avLst>
            </a:prstGeom>
            <a:solidFill>
              <a:srgbClr val="F2F7F7"/>
            </a:solidFill>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25" name="Shape 23"/>
            <p:cNvSpPr/>
            <p:nvPr/>
          </p:nvSpPr>
          <p:spPr>
            <a:xfrm>
              <a:off x="594360" y="4526935"/>
              <a:ext cx="329184" cy="329184"/>
            </a:xfrm>
            <a:prstGeom prst="ellipse">
              <a:avLst/>
            </a:prstGeom>
            <a:solidFill>
              <a:srgbClr val="156082"/>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26" name="Text 24"/>
            <p:cNvSpPr/>
            <p:nvPr/>
          </p:nvSpPr>
          <p:spPr>
            <a:xfrm>
              <a:off x="594360" y="4526935"/>
              <a:ext cx="329184" cy="329184"/>
            </a:xfrm>
            <a:prstGeom prst="rect">
              <a:avLst/>
            </a:prstGeom>
            <a:noFill/>
            <a:ln/>
          </p:spPr>
          <p:txBody>
            <a:bodyPr wrap="square" lIns="0" tIns="0" rIns="0" bIns="0" rtlCol="0" anchor="ctr"/>
            <a:lstStyle/>
            <a:p>
              <a:pPr algn="ctr"/>
              <a:r>
                <a:rPr lang="en-US" altLang="ja-JP" sz="1600"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5</a:t>
              </a:r>
              <a:endParaRPr lang="ja-JP" altLang="en-US" sz="1600" dirty="0">
                <a:latin typeface="UD Digi Kyokasho NK-R" panose="02020400000000000000" pitchFamily="18" charset="-128"/>
                <a:ea typeface="UD Digi Kyokasho NK-R" panose="02020400000000000000" pitchFamily="18" charset="-128"/>
              </a:endParaRPr>
            </a:p>
          </p:txBody>
        </p:sp>
        <p:sp>
          <p:nvSpPr>
            <p:cNvPr id="27" name="Text 25"/>
            <p:cNvSpPr/>
            <p:nvPr/>
          </p:nvSpPr>
          <p:spPr>
            <a:xfrm>
              <a:off x="1074420" y="4458355"/>
              <a:ext cx="2057400" cy="480060"/>
            </a:xfrm>
            <a:prstGeom prst="rect">
              <a:avLst/>
            </a:prstGeom>
            <a:noFill/>
            <a:ln/>
          </p:spPr>
          <p:txBody>
            <a:bodyPr wrap="square" lIns="0" tIns="0" rIns="0" bIns="0" rtlCol="0" anchor="ctr"/>
            <a:lstStyle/>
            <a:p>
              <a:r>
                <a:rPr lang="ja-JP" altLang="en-US" sz="1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事前学習</a:t>
              </a:r>
              <a:endParaRPr lang="ja-JP" altLang="en-US" sz="1600" dirty="0">
                <a:latin typeface="UD Digi Kyokasho NK-R" panose="02020400000000000000" pitchFamily="18" charset="-128"/>
                <a:ea typeface="UD Digi Kyokasho NK-R" panose="02020400000000000000" pitchFamily="18" charset="-128"/>
              </a:endParaRPr>
            </a:p>
          </p:txBody>
        </p:sp>
        <p:sp>
          <p:nvSpPr>
            <p:cNvPr id="28" name="Text 26"/>
            <p:cNvSpPr/>
            <p:nvPr/>
          </p:nvSpPr>
          <p:spPr>
            <a:xfrm>
              <a:off x="3166110" y="4430923"/>
              <a:ext cx="5486400" cy="534924"/>
            </a:xfrm>
            <a:prstGeom prst="rect">
              <a:avLst/>
            </a:prstGeom>
            <a:noFill/>
            <a:ln/>
          </p:spPr>
          <p:txBody>
            <a:bodyPr wrap="square" lIns="0" tIns="0" rIns="0" bIns="0" rtlCol="0" anchor="ctr"/>
            <a:lstStyle/>
            <a:p>
              <a:r>
                <a:rPr lang="ja-JP" altLang="en-US" sz="16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教師あり学習と教師なし学習の違いを調べる</a:t>
              </a:r>
              <a:endParaRPr lang="ja-JP" altLang="en-US" sz="1600" dirty="0">
                <a:latin typeface="UD Digi Kyokasho NK-R" panose="02020400000000000000" pitchFamily="18" charset="-128"/>
                <a:ea typeface="UD Digi Kyokasho NK-R" panose="02020400000000000000" pitchFamily="18" charset="-128"/>
              </a:endParaRPr>
            </a:p>
          </p:txBody>
        </p:sp>
      </p:grpSp>
      <p:sp>
        <p:nvSpPr>
          <p:cNvPr id="2" name="タイトル 1">
            <a:extLst>
              <a:ext uri="{FF2B5EF4-FFF2-40B4-BE49-F238E27FC236}">
                <a16:creationId xmlns:a16="http://schemas.microsoft.com/office/drawing/2014/main" id="{64DD8426-DC58-F8BC-DE81-E2EDE56F35E8}"/>
              </a:ext>
            </a:extLst>
          </p:cNvPr>
          <p:cNvSpPr>
            <a:spLocks noGrp="1"/>
          </p:cNvSpPr>
          <p:nvPr>
            <p:ph type="title"/>
          </p:nvPr>
        </p:nvSpPr>
        <p:spPr/>
        <p:txBody>
          <a:bodyPr/>
          <a:lstStyle/>
          <a:p>
            <a:r>
              <a:rPr lang="ja-JP" altLang="en-US">
                <a:latin typeface="UD Digi Kyokasho NK-R" panose="02020400000000000000" pitchFamily="18" charset="-128"/>
                <a:ea typeface="UD Digi Kyokasho NK-R" panose="02020400000000000000" pitchFamily="18" charset="-128"/>
              </a:rPr>
              <a:t>課題の概要</a:t>
            </a:r>
          </a:p>
        </p:txBody>
      </p:sp>
    </p:spTree>
    <p:extLst>
      <p:ext uri="{BB962C8B-B14F-4D97-AF65-F5344CB8AC3E}">
        <p14:creationId xmlns:p14="http://schemas.microsoft.com/office/powerpoint/2010/main" val="2085259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A36C-3C98-B3DA-4937-2F82873E6A1A}"/>
              </a:ext>
            </a:extLst>
          </p:cNvPr>
          <p:cNvSpPr>
            <a:spLocks noGrp="1"/>
          </p:cNvSpPr>
          <p:nvPr>
            <p:ph type="title"/>
          </p:nvPr>
        </p:nvSpPr>
        <p:spPr>
          <a:xfrm>
            <a:off x="188260" y="138528"/>
            <a:ext cx="5087933" cy="813972"/>
          </a:xfrm>
        </p:spPr>
        <p:txBody>
          <a:bodyPr/>
          <a:lstStyle/>
          <a:p>
            <a:r>
              <a:rPr lang="ja-JP" altLang="en-US"/>
              <a:t>今回のデータセット</a:t>
            </a:r>
          </a:p>
        </p:txBody>
      </p:sp>
      <p:sp>
        <p:nvSpPr>
          <p:cNvPr id="3" name="テキスト プレースホルダー 2">
            <a:extLst>
              <a:ext uri="{FF2B5EF4-FFF2-40B4-BE49-F238E27FC236}">
                <a16:creationId xmlns:a16="http://schemas.microsoft.com/office/drawing/2014/main" id="{197CA0B3-E9B4-B0C4-9C17-A7EE1098E28C}"/>
              </a:ext>
            </a:extLst>
          </p:cNvPr>
          <p:cNvSpPr>
            <a:spLocks noGrp="1"/>
          </p:cNvSpPr>
          <p:nvPr>
            <p:ph type="body" sz="quarter" idx="13"/>
          </p:nvPr>
        </p:nvSpPr>
        <p:spPr>
          <a:xfrm>
            <a:off x="188260" y="952500"/>
            <a:ext cx="8955740" cy="5168900"/>
          </a:xfrm>
        </p:spPr>
        <p:txBody>
          <a:bodyPr/>
          <a:lstStyle/>
          <a:p>
            <a:r>
              <a:rPr lang="en-US" altLang="ja-JP" dirty="0">
                <a:latin typeface="UD Digi Kyokasho NK-R" panose="02020400000000000000" pitchFamily="18" charset="-128"/>
                <a:ea typeface="UD Digi Kyokasho NK-R" panose="02020400000000000000" pitchFamily="18" charset="-128"/>
              </a:rPr>
              <a:t>MNIST</a:t>
            </a:r>
            <a:r>
              <a:rPr lang="ja-JP" altLang="en-US">
                <a:latin typeface="UD Digi Kyokasho NK-R" panose="02020400000000000000" pitchFamily="18" charset="-128"/>
                <a:ea typeface="UD Digi Kyokasho NK-R" panose="02020400000000000000" pitchFamily="18" charset="-128"/>
              </a:rPr>
              <a:t>データセット</a:t>
            </a:r>
            <a:br>
              <a:rPr lang="en-US" altLang="ja-JP" dirty="0">
                <a:latin typeface="UD Digi Kyokasho NK-R" panose="02020400000000000000" pitchFamily="18" charset="-128"/>
                <a:ea typeface="UD Digi Kyokasho NK-R" panose="02020400000000000000" pitchFamily="18" charset="-128"/>
              </a:rPr>
            </a:br>
            <a:r>
              <a:rPr lang="en-US" altLang="ja-JP" dirty="0">
                <a:latin typeface="UD Digi Kyokasho NK-R" panose="02020400000000000000" pitchFamily="18" charset="-128"/>
                <a:ea typeface="UD Digi Kyokasho NK-R" panose="02020400000000000000" pitchFamily="18" charset="-128"/>
              </a:rPr>
              <a:t>	0-9</a:t>
            </a:r>
            <a:r>
              <a:rPr lang="ja-JP" altLang="en-US">
                <a:latin typeface="UD Digi Kyokasho NK-R" panose="02020400000000000000" pitchFamily="18" charset="-128"/>
                <a:ea typeface="UD Digi Kyokasho NK-R" panose="02020400000000000000" pitchFamily="18" charset="-128"/>
              </a:rPr>
              <a:t>の手書き数字が描かれた画像（</a:t>
            </a:r>
            <a:r>
              <a:rPr lang="en-US" altLang="ja-JP" dirty="0">
                <a:latin typeface="UD Digi Kyokasho NK-R" panose="02020400000000000000" pitchFamily="18" charset="-128"/>
                <a:ea typeface="UD Digi Kyokasho NK-R" panose="02020400000000000000" pitchFamily="18" charset="-128"/>
              </a:rPr>
              <a:t>28×28=784</a:t>
            </a:r>
            <a:r>
              <a:rPr lang="ja-JP" altLang="en-US">
                <a:latin typeface="UD Digi Kyokasho NK-R" panose="02020400000000000000" pitchFamily="18" charset="-128"/>
                <a:ea typeface="UD Digi Kyokasho NK-R" panose="02020400000000000000" pitchFamily="18" charset="-128"/>
              </a:rPr>
              <a:t>ピクセル）</a:t>
            </a:r>
            <a:br>
              <a:rPr lang="en-US" altLang="ja-JP" dirty="0">
                <a:latin typeface="UD Digi Kyokasho NK-R" panose="02020400000000000000" pitchFamily="18" charset="-128"/>
                <a:ea typeface="UD Digi Kyokasho NK-R" panose="02020400000000000000" pitchFamily="18" charset="-128"/>
              </a:rPr>
            </a:br>
            <a:r>
              <a:rPr lang="en-US" altLang="ja-JP" dirty="0">
                <a:latin typeface="UD Digi Kyokasho NK-R" panose="02020400000000000000" pitchFamily="18" charset="-128"/>
                <a:ea typeface="UD Digi Kyokasho NK-R" panose="02020400000000000000" pitchFamily="18" charset="-128"/>
              </a:rPr>
              <a:t>	</a:t>
            </a:r>
            <a:r>
              <a:rPr lang="ja-JP" altLang="en-US">
                <a:latin typeface="UD Digi Kyokasho NK-R" panose="02020400000000000000" pitchFamily="18" charset="-128"/>
                <a:ea typeface="UD Digi Kyokasho NK-R" panose="02020400000000000000" pitchFamily="18" charset="-128"/>
              </a:rPr>
              <a:t>特徴量</a:t>
            </a:r>
            <a:r>
              <a:rPr lang="en-US" altLang="ja-JP" dirty="0">
                <a:latin typeface="UD Digi Kyokasho NK-R" panose="02020400000000000000" pitchFamily="18" charset="-128"/>
                <a:ea typeface="UD Digi Kyokasho NK-R" panose="02020400000000000000" pitchFamily="18" charset="-128"/>
              </a:rPr>
              <a:t>	</a:t>
            </a:r>
            <a:r>
              <a:rPr lang="ja-JP" altLang="en-US">
                <a:latin typeface="UD Digi Kyokasho NK-R" panose="02020400000000000000" pitchFamily="18" charset="-128"/>
                <a:ea typeface="UD Digi Kyokasho NK-R" panose="02020400000000000000" pitchFamily="18" charset="-128"/>
              </a:rPr>
              <a:t>：１ピクセルの明度</a:t>
            </a:r>
            <a:r>
              <a:rPr lang="en-US" altLang="ja-JP" dirty="0">
                <a:latin typeface="UD Digi Kyokasho NK-R" panose="02020400000000000000" pitchFamily="18" charset="-128"/>
                <a:ea typeface="UD Digi Kyokasho NK-R" panose="02020400000000000000" pitchFamily="18" charset="-128"/>
              </a:rPr>
              <a:t>(</a:t>
            </a:r>
            <a:r>
              <a:rPr lang="ja-JP" altLang="en-US">
                <a:latin typeface="UD Digi Kyokasho NK-R" panose="02020400000000000000" pitchFamily="18" charset="-128"/>
                <a:ea typeface="UD Digi Kyokasho NK-R" panose="02020400000000000000" pitchFamily="18" charset="-128"/>
              </a:rPr>
              <a:t>黒</a:t>
            </a:r>
            <a:r>
              <a:rPr lang="en-US" altLang="ja-JP" dirty="0">
                <a:latin typeface="UD Digi Kyokasho NK-R" panose="02020400000000000000" pitchFamily="18" charset="-128"/>
                <a:ea typeface="UD Digi Kyokasho NK-R" panose="02020400000000000000" pitchFamily="18" charset="-128"/>
              </a:rPr>
              <a:t>0〜</a:t>
            </a:r>
            <a:r>
              <a:rPr lang="ja-JP" altLang="en-US">
                <a:latin typeface="UD Digi Kyokasho NK-R" panose="02020400000000000000" pitchFamily="18" charset="-128"/>
                <a:ea typeface="UD Digi Kyokasho NK-R" panose="02020400000000000000" pitchFamily="18" charset="-128"/>
              </a:rPr>
              <a:t>白</a:t>
            </a:r>
            <a:r>
              <a:rPr lang="en-US" altLang="ja-JP" dirty="0">
                <a:latin typeface="UD Digi Kyokasho NK-R" panose="02020400000000000000" pitchFamily="18" charset="-128"/>
                <a:ea typeface="UD Digi Kyokasho NK-R" panose="02020400000000000000" pitchFamily="18" charset="-128"/>
              </a:rPr>
              <a:t>255)</a:t>
            </a:r>
            <a:br>
              <a:rPr lang="en-US" altLang="ja-JP" dirty="0">
                <a:latin typeface="UD Digi Kyokasho NK-R" panose="02020400000000000000" pitchFamily="18" charset="-128"/>
                <a:ea typeface="UD Digi Kyokasho NK-R" panose="02020400000000000000" pitchFamily="18" charset="-128"/>
              </a:rPr>
            </a:br>
            <a:r>
              <a:rPr lang="en-US" altLang="ja-JP" dirty="0">
                <a:latin typeface="UD Digi Kyokasho NK-R" panose="02020400000000000000" pitchFamily="18" charset="-128"/>
                <a:ea typeface="UD Digi Kyokasho NK-R" panose="02020400000000000000" pitchFamily="18" charset="-128"/>
              </a:rPr>
              <a:t>	</a:t>
            </a:r>
            <a:r>
              <a:rPr lang="ja-JP" altLang="en-US">
                <a:latin typeface="UD Digi Kyokasho NK-R" panose="02020400000000000000" pitchFamily="18" charset="-128"/>
                <a:ea typeface="UD Digi Kyokasho NK-R" panose="02020400000000000000" pitchFamily="18" charset="-128"/>
              </a:rPr>
              <a:t>データ数</a:t>
            </a:r>
            <a:r>
              <a:rPr lang="en-US" altLang="ja-JP" dirty="0">
                <a:latin typeface="UD Digi Kyokasho NK-R" panose="02020400000000000000" pitchFamily="18" charset="-128"/>
                <a:ea typeface="UD Digi Kyokasho NK-R" panose="02020400000000000000" pitchFamily="18" charset="-128"/>
              </a:rPr>
              <a:t>	</a:t>
            </a:r>
            <a:r>
              <a:rPr lang="ja-JP" altLang="en-US">
                <a:latin typeface="UD Digi Kyokasho NK-R" panose="02020400000000000000" pitchFamily="18" charset="-128"/>
                <a:ea typeface="UD Digi Kyokasho NK-R" panose="02020400000000000000" pitchFamily="18" charset="-128"/>
              </a:rPr>
              <a:t>：</a:t>
            </a:r>
            <a:r>
              <a:rPr lang="en-US" altLang="ja-JP" dirty="0">
                <a:latin typeface="UD Digi Kyokasho NK-R" panose="02020400000000000000" pitchFamily="18" charset="-128"/>
                <a:ea typeface="UD Digi Kyokasho NK-R" panose="02020400000000000000" pitchFamily="18" charset="-128"/>
              </a:rPr>
              <a:t>60000</a:t>
            </a:r>
            <a:r>
              <a:rPr lang="ja-JP" altLang="en-US">
                <a:latin typeface="UD Digi Kyokasho NK-R" panose="02020400000000000000" pitchFamily="18" charset="-128"/>
                <a:ea typeface="UD Digi Kyokasho NK-R" panose="02020400000000000000" pitchFamily="18" charset="-128"/>
              </a:rPr>
              <a:t>点</a:t>
            </a:r>
            <a:br>
              <a:rPr lang="en-US" altLang="ja-JP" dirty="0">
                <a:latin typeface="UD Digi Kyokasho NK-R" panose="02020400000000000000" pitchFamily="18" charset="-128"/>
                <a:ea typeface="UD Digi Kyokasho NK-R" panose="02020400000000000000" pitchFamily="18" charset="-128"/>
              </a:rPr>
            </a:br>
            <a:endParaRPr lang="en-US" altLang="ja-JP" dirty="0">
              <a:latin typeface="UD Digi Kyokasho NK-R" panose="02020400000000000000" pitchFamily="18" charset="-128"/>
              <a:ea typeface="UD Digi Kyokasho NK-R" panose="02020400000000000000" pitchFamily="18" charset="-128"/>
            </a:endParaRPr>
          </a:p>
          <a:p>
            <a:r>
              <a:rPr lang="en-US" altLang="ja-JP" dirty="0">
                <a:latin typeface="UD Digi Kyokasho NK-R" panose="02020400000000000000" pitchFamily="18" charset="-128"/>
                <a:ea typeface="UD Digi Kyokasho NK-R" panose="02020400000000000000" pitchFamily="18" charset="-128"/>
              </a:rPr>
              <a:t>EX)</a:t>
            </a:r>
          </a:p>
          <a:p>
            <a:endParaRPr lang="ja-JP" altLang="en-US">
              <a:latin typeface="UD Digi Kyokasho NK-R" panose="02020400000000000000" pitchFamily="18" charset="-128"/>
              <a:ea typeface="UD Digi Kyokasho NK-R" panose="02020400000000000000" pitchFamily="18" charset="-128"/>
            </a:endParaRPr>
          </a:p>
        </p:txBody>
      </p:sp>
      <p:pic>
        <p:nvPicPr>
          <p:cNvPr id="5" name="図 4">
            <a:extLst>
              <a:ext uri="{FF2B5EF4-FFF2-40B4-BE49-F238E27FC236}">
                <a16:creationId xmlns:a16="http://schemas.microsoft.com/office/drawing/2014/main" id="{03E67B7F-CE6E-B4A0-8B2D-B8E45103A8DC}"/>
              </a:ext>
            </a:extLst>
          </p:cNvPr>
          <p:cNvPicPr>
            <a:picLocks noChangeAspect="1"/>
          </p:cNvPicPr>
          <p:nvPr/>
        </p:nvPicPr>
        <p:blipFill>
          <a:blip r:embed="rId3"/>
          <a:stretch>
            <a:fillRect/>
          </a:stretch>
        </p:blipFill>
        <p:spPr>
          <a:xfrm>
            <a:off x="361015" y="3289300"/>
            <a:ext cx="2641600" cy="2616200"/>
          </a:xfrm>
          <a:prstGeom prst="rect">
            <a:avLst/>
          </a:prstGeom>
        </p:spPr>
      </p:pic>
      <p:pic>
        <p:nvPicPr>
          <p:cNvPr id="7" name="図 6">
            <a:extLst>
              <a:ext uri="{FF2B5EF4-FFF2-40B4-BE49-F238E27FC236}">
                <a16:creationId xmlns:a16="http://schemas.microsoft.com/office/drawing/2014/main" id="{4A5FFCE0-ACA5-7A0B-8014-4CC5989707BE}"/>
              </a:ext>
            </a:extLst>
          </p:cNvPr>
          <p:cNvPicPr>
            <a:picLocks noChangeAspect="1"/>
          </p:cNvPicPr>
          <p:nvPr/>
        </p:nvPicPr>
        <p:blipFill>
          <a:blip r:embed="rId4"/>
          <a:stretch>
            <a:fillRect/>
          </a:stretch>
        </p:blipFill>
        <p:spPr>
          <a:xfrm>
            <a:off x="3243036" y="3289300"/>
            <a:ext cx="2641600" cy="2616200"/>
          </a:xfrm>
          <a:prstGeom prst="rect">
            <a:avLst/>
          </a:prstGeom>
        </p:spPr>
      </p:pic>
      <p:pic>
        <p:nvPicPr>
          <p:cNvPr id="9" name="図 8">
            <a:extLst>
              <a:ext uri="{FF2B5EF4-FFF2-40B4-BE49-F238E27FC236}">
                <a16:creationId xmlns:a16="http://schemas.microsoft.com/office/drawing/2014/main" id="{60ACCEED-67D9-B28F-8700-EC4E3C5FCF04}"/>
              </a:ext>
            </a:extLst>
          </p:cNvPr>
          <p:cNvPicPr>
            <a:picLocks noChangeAspect="1"/>
          </p:cNvPicPr>
          <p:nvPr/>
        </p:nvPicPr>
        <p:blipFill>
          <a:blip r:embed="rId5"/>
          <a:stretch>
            <a:fillRect/>
          </a:stretch>
        </p:blipFill>
        <p:spPr>
          <a:xfrm>
            <a:off x="6125057" y="3289300"/>
            <a:ext cx="2641600" cy="2616200"/>
          </a:xfrm>
          <a:prstGeom prst="rect">
            <a:avLst/>
          </a:prstGeom>
        </p:spPr>
      </p:pic>
    </p:spTree>
    <p:extLst>
      <p:ext uri="{BB962C8B-B14F-4D97-AF65-F5344CB8AC3E}">
        <p14:creationId xmlns:p14="http://schemas.microsoft.com/office/powerpoint/2010/main" val="775699435"/>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373382" y="2383652"/>
            <a:ext cx="4046220" cy="2917553"/>
          </a:xfrm>
          <a:prstGeom prst="roundRect">
            <a:avLst>
              <a:gd name="adj" fmla="val 1414"/>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5" name="Shape 3"/>
          <p:cNvSpPr/>
          <p:nvPr/>
        </p:nvSpPr>
        <p:spPr>
          <a:xfrm>
            <a:off x="373382" y="2383652"/>
            <a:ext cx="4046220" cy="582930"/>
          </a:xfrm>
          <a:prstGeom prst="roundRect">
            <a:avLst>
              <a:gd name="adj" fmla="val 8235"/>
            </a:avLst>
          </a:prstGeom>
          <a:solidFill>
            <a:srgbClr val="156082"/>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6" name="Text 4"/>
          <p:cNvSpPr/>
          <p:nvPr/>
        </p:nvSpPr>
        <p:spPr>
          <a:xfrm>
            <a:off x="373382" y="2383652"/>
            <a:ext cx="4046220" cy="582930"/>
          </a:xfrm>
          <a:prstGeom prst="rect">
            <a:avLst/>
          </a:prstGeom>
          <a:noFill/>
          <a:ln/>
        </p:spPr>
        <p:txBody>
          <a:bodyPr wrap="square" lIns="0" tIns="0" rIns="0" bIns="0" rtlCol="0" anchor="ctr"/>
          <a:lstStyle/>
          <a:p>
            <a:pPr algn="ctr"/>
            <a:r>
              <a:rPr lang="ja-JP" altLang="en-US"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教師あり学習</a:t>
            </a:r>
            <a:endParaRPr lang="ja-JP" altLang="en-US" dirty="0">
              <a:latin typeface="UD Digi Kyokasho NK-R" panose="02020400000000000000" pitchFamily="18" charset="-128"/>
              <a:ea typeface="UD Digi Kyokasho NK-R" panose="02020400000000000000" pitchFamily="18" charset="-128"/>
            </a:endParaRPr>
          </a:p>
        </p:txBody>
      </p:sp>
      <p:sp>
        <p:nvSpPr>
          <p:cNvPr id="7" name="Text 5"/>
          <p:cNvSpPr/>
          <p:nvPr/>
        </p:nvSpPr>
        <p:spPr>
          <a:xfrm>
            <a:off x="613411" y="3138032"/>
            <a:ext cx="3806190" cy="582930"/>
          </a:xfrm>
          <a:prstGeom prst="rect">
            <a:avLst/>
          </a:prstGeom>
          <a:noFill/>
          <a:ln/>
        </p:spPr>
        <p:txBody>
          <a:bodyPr wrap="square" lIns="0" tIns="0" rIns="0" bIns="0" rtlCol="0" anchor="t"/>
          <a:lstStyle/>
          <a:p>
            <a:pPr marL="514337" indent="-514337">
              <a:lnSpc>
                <a:spcPct val="105000"/>
              </a:lnSpc>
            </a:pPr>
            <a:r>
              <a:rPr lang="ja-JP" altLang="en-US" sz="1600" b="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定義</a:t>
            </a:r>
            <a:r>
              <a:rPr lang="en-US" altLang="ja-JP" sz="16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正解</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ラベル付き</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データから</a:t>
            </a:r>
            <a:endPar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marL="514337" indent="-514337">
              <a:lnSpc>
                <a:spcPct val="105000"/>
              </a:lnSpc>
            </a:pP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入力→出力の対応</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を学習する</a:t>
            </a:r>
            <a:endParaRPr lang="ja-JP" altLang="en-US" sz="1600" dirty="0">
              <a:latin typeface="UD Digi Kyokasho NK-R" panose="02020400000000000000" pitchFamily="18" charset="-128"/>
              <a:ea typeface="UD Digi Kyokasho NK-R" panose="02020400000000000000" pitchFamily="18" charset="-128"/>
            </a:endParaRPr>
          </a:p>
        </p:txBody>
      </p:sp>
      <p:sp>
        <p:nvSpPr>
          <p:cNvPr id="8" name="Text 6"/>
          <p:cNvSpPr/>
          <p:nvPr/>
        </p:nvSpPr>
        <p:spPr>
          <a:xfrm>
            <a:off x="613412" y="3768968"/>
            <a:ext cx="3806190" cy="582930"/>
          </a:xfrm>
          <a:prstGeom prst="rect">
            <a:avLst/>
          </a:prstGeom>
          <a:noFill/>
          <a:ln/>
        </p:spPr>
        <p:txBody>
          <a:bodyPr wrap="square" lIns="0" tIns="0" rIns="0" bIns="0" rtlCol="0" anchor="t"/>
          <a:lstStyle/>
          <a:p>
            <a:pPr marL="514337" indent="-514337">
              <a:lnSpc>
                <a:spcPct val="105000"/>
              </a:lnSpc>
            </a:pPr>
            <a:r>
              <a:rPr lang="ja-JP" altLang="en-US" sz="1600" b="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目的</a:t>
            </a:r>
            <a:r>
              <a:rPr lang="en-US" altLang="ja-JP" sz="16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未知</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データのラベルを</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予測する</a:t>
            </a:r>
            <a:endPar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marL="514337" indent="-514337">
              <a:lnSpc>
                <a:spcPct val="105000"/>
              </a:lnSpc>
            </a:pP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分類・回帰）</a:t>
            </a:r>
            <a:endParaRPr lang="ja-JP" altLang="en-US" sz="1600" dirty="0">
              <a:latin typeface="UD Digi Kyokasho NK-R" panose="02020400000000000000" pitchFamily="18" charset="-128"/>
              <a:ea typeface="UD Digi Kyokasho NK-R" panose="02020400000000000000" pitchFamily="18" charset="-128"/>
            </a:endParaRPr>
          </a:p>
        </p:txBody>
      </p:sp>
      <p:sp>
        <p:nvSpPr>
          <p:cNvPr id="9" name="Text 7"/>
          <p:cNvSpPr/>
          <p:nvPr/>
        </p:nvSpPr>
        <p:spPr>
          <a:xfrm>
            <a:off x="613412" y="4399904"/>
            <a:ext cx="3566160" cy="582930"/>
          </a:xfrm>
          <a:prstGeom prst="rect">
            <a:avLst/>
          </a:prstGeom>
          <a:noFill/>
          <a:ln/>
        </p:spPr>
        <p:txBody>
          <a:bodyPr wrap="square" lIns="0" tIns="0" rIns="0" bIns="0" rtlCol="0" anchor="t"/>
          <a:lstStyle/>
          <a:p>
            <a:pPr marL="342892" indent="-342892">
              <a:lnSpc>
                <a:spcPct val="105000"/>
              </a:lnSpc>
            </a:pPr>
            <a:r>
              <a:rPr lang="ja-JP" altLang="en-US" sz="1600" b="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例</a:t>
            </a:r>
            <a:r>
              <a:rPr lang="en-US" altLang="ja-JP" sz="16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ロジスティック</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回帰，</a:t>
            </a: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SVM</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，決定</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木，</a:t>
            </a: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NN(</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ニューラルネットワーク）</a:t>
            </a:r>
            <a:endParaRPr lang="ja-JP" altLang="en-US" sz="1600" dirty="0">
              <a:latin typeface="UD Digi Kyokasho NK-R" panose="02020400000000000000" pitchFamily="18" charset="-128"/>
              <a:ea typeface="UD Digi Kyokasho NK-R" panose="02020400000000000000" pitchFamily="18" charset="-128"/>
            </a:endParaRPr>
          </a:p>
        </p:txBody>
      </p:sp>
      <p:sp>
        <p:nvSpPr>
          <p:cNvPr id="11" name="Shape 9"/>
          <p:cNvSpPr/>
          <p:nvPr/>
        </p:nvSpPr>
        <p:spPr>
          <a:xfrm>
            <a:off x="4659632" y="2383652"/>
            <a:ext cx="4046220" cy="2917553"/>
          </a:xfrm>
          <a:prstGeom prst="roundRect">
            <a:avLst>
              <a:gd name="adj" fmla="val 1414"/>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12" name="Shape 10"/>
          <p:cNvSpPr/>
          <p:nvPr/>
        </p:nvSpPr>
        <p:spPr>
          <a:xfrm>
            <a:off x="4659632" y="2383652"/>
            <a:ext cx="4046220" cy="582930"/>
          </a:xfrm>
          <a:prstGeom prst="roundRect">
            <a:avLst>
              <a:gd name="adj" fmla="val 8235"/>
            </a:avLst>
          </a:prstGeom>
          <a:solidFill>
            <a:srgbClr val="0E2841"/>
          </a:solidFill>
          <a:ln/>
        </p:spPr>
        <p:txBody>
          <a:bodyPr/>
          <a:lstStyle/>
          <a:p>
            <a:endParaRPr lang="ja-JP" altLang="en-US" sz="1600">
              <a:latin typeface="UD Digi Kyokasho NK-R" panose="02020400000000000000" pitchFamily="18" charset="-128"/>
              <a:ea typeface="UD Digi Kyokasho NK-R" panose="02020400000000000000" pitchFamily="18" charset="-128"/>
            </a:endParaRPr>
          </a:p>
        </p:txBody>
      </p:sp>
      <p:sp>
        <p:nvSpPr>
          <p:cNvPr id="13" name="Text 11"/>
          <p:cNvSpPr/>
          <p:nvPr/>
        </p:nvSpPr>
        <p:spPr>
          <a:xfrm>
            <a:off x="4659632" y="2383652"/>
            <a:ext cx="4046220" cy="582930"/>
          </a:xfrm>
          <a:prstGeom prst="rect">
            <a:avLst/>
          </a:prstGeom>
          <a:noFill/>
          <a:ln/>
        </p:spPr>
        <p:txBody>
          <a:bodyPr wrap="square" lIns="0" tIns="0" rIns="0" bIns="0" rtlCol="0" anchor="ctr"/>
          <a:lstStyle/>
          <a:p>
            <a:pPr algn="ctr"/>
            <a:r>
              <a:rPr lang="ja-JP" altLang="en-US" b="1" dirty="0">
                <a:solidFill>
                  <a:srgbClr val="FFFFFF"/>
                </a:solidFill>
                <a:latin typeface="UD Digi Kyokasho NK-R" panose="02020400000000000000" pitchFamily="18" charset="-128"/>
                <a:ea typeface="UD Digi Kyokasho NK-R" panose="02020400000000000000" pitchFamily="18" charset="-128"/>
                <a:cs typeface="ＭＳ Ｐゴシック" pitchFamily="34" charset="-120"/>
              </a:rPr>
              <a:t>教師なし学習</a:t>
            </a:r>
            <a:endParaRPr lang="ja-JP" altLang="en-US" dirty="0">
              <a:latin typeface="UD Digi Kyokasho NK-R" panose="02020400000000000000" pitchFamily="18" charset="-128"/>
              <a:ea typeface="UD Digi Kyokasho NK-R" panose="02020400000000000000" pitchFamily="18" charset="-128"/>
            </a:endParaRPr>
          </a:p>
        </p:txBody>
      </p:sp>
      <p:sp>
        <p:nvSpPr>
          <p:cNvPr id="14" name="Text 12"/>
          <p:cNvSpPr/>
          <p:nvPr/>
        </p:nvSpPr>
        <p:spPr>
          <a:xfrm>
            <a:off x="4899662" y="3138032"/>
            <a:ext cx="3566160" cy="582930"/>
          </a:xfrm>
          <a:prstGeom prst="rect">
            <a:avLst/>
          </a:prstGeom>
          <a:noFill/>
          <a:ln/>
        </p:spPr>
        <p:txBody>
          <a:bodyPr wrap="square" lIns="0" tIns="0" rIns="0" bIns="0" rtlCol="0" anchor="t"/>
          <a:lstStyle/>
          <a:p>
            <a:pPr marL="514337" indent="-514337">
              <a:lnSpc>
                <a:spcPct val="105000"/>
              </a:lnSpc>
            </a:pPr>
            <a:r>
              <a:rPr lang="ja-JP" altLang="en-US" sz="1600" b="1">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定義 </a:t>
            </a:r>
            <a:r>
              <a:rPr lang="en-US" altLang="ja-JP" sz="1600" b="1" dirty="0">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正解</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ラベルを</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使わず，</a:t>
            </a:r>
            <a:endPar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marL="514337" indent="-514337">
              <a:lnSpc>
                <a:spcPct val="105000"/>
              </a:lnSpc>
            </a:pP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データ</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自体の構造を見つける</a:t>
            </a:r>
            <a:endParaRPr lang="ja-JP" altLang="en-US" sz="1600" dirty="0">
              <a:latin typeface="UD Digi Kyokasho NK-R" panose="02020400000000000000" pitchFamily="18" charset="-128"/>
              <a:ea typeface="UD Digi Kyokasho NK-R" panose="02020400000000000000" pitchFamily="18" charset="-128"/>
            </a:endParaRPr>
          </a:p>
        </p:txBody>
      </p:sp>
      <p:sp>
        <p:nvSpPr>
          <p:cNvPr id="15" name="Text 13"/>
          <p:cNvSpPr/>
          <p:nvPr/>
        </p:nvSpPr>
        <p:spPr>
          <a:xfrm>
            <a:off x="4899662" y="3768968"/>
            <a:ext cx="3870956" cy="507492"/>
          </a:xfrm>
          <a:prstGeom prst="rect">
            <a:avLst/>
          </a:prstGeom>
          <a:noFill/>
          <a:ln/>
        </p:spPr>
        <p:txBody>
          <a:bodyPr wrap="square" lIns="0" tIns="0" rIns="0" bIns="0" rtlCol="0" anchor="t"/>
          <a:lstStyle/>
          <a:p>
            <a:pPr marL="514337" indent="-514337">
              <a:lnSpc>
                <a:spcPct val="105000"/>
              </a:lnSpc>
            </a:pPr>
            <a:r>
              <a:rPr lang="ja-JP" altLang="en-US" sz="1600" b="1">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目的</a:t>
            </a:r>
            <a:r>
              <a:rPr lang="en-US" altLang="ja-JP" sz="1600" b="1" dirty="0">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データセットの構造を把握する</a:t>
            </a:r>
            <a:endParaRPr lang="en-US" altLang="ja-JP" sz="1600" dirty="0">
              <a:solidFill>
                <a:srgbClr val="0E2841"/>
              </a:solidFill>
              <a:latin typeface="UD Digi Kyokasho NK-R" panose="02020400000000000000" pitchFamily="18" charset="-128"/>
              <a:ea typeface="UD Digi Kyokasho NK-R" panose="02020400000000000000" pitchFamily="18" charset="-128"/>
              <a:cs typeface="ＭＳ Ｐゴシック" pitchFamily="34" charset="-120"/>
            </a:endParaRPr>
          </a:p>
          <a:p>
            <a:pPr marL="514337" indent="-514337">
              <a:lnSpc>
                <a:spcPct val="105000"/>
              </a:lnSpc>
            </a:pPr>
            <a:r>
              <a:rPr lang="en-US" altLang="ja-JP" sz="1600" dirty="0">
                <a:solidFill>
                  <a:srgbClr val="0E2841"/>
                </a:solidFill>
                <a:latin typeface="UD Digi Kyokasho NK-R" panose="02020400000000000000" pitchFamily="18" charset="-128"/>
                <a:ea typeface="UD Digi Kyokasho NK-R" panose="02020400000000000000" pitchFamily="18" charset="-128"/>
              </a:rPr>
              <a:t>	</a:t>
            </a:r>
            <a:r>
              <a:rPr lang="ja-JP" altLang="en-US" sz="1600">
                <a:solidFill>
                  <a:srgbClr val="0E2841"/>
                </a:solidFill>
                <a:latin typeface="UD Digi Kyokasho NK-R" panose="02020400000000000000" pitchFamily="18" charset="-128"/>
                <a:ea typeface="UD Digi Kyokasho NK-R" panose="02020400000000000000" pitchFamily="18" charset="-128"/>
              </a:rPr>
              <a:t>正解・不正解が明確でない問題を解く</a:t>
            </a:r>
            <a:endParaRPr lang="ja-JP" altLang="en-US" sz="1600" dirty="0">
              <a:latin typeface="UD Digi Kyokasho NK-R" panose="02020400000000000000" pitchFamily="18" charset="-128"/>
              <a:ea typeface="UD Digi Kyokasho NK-R" panose="02020400000000000000" pitchFamily="18" charset="-128"/>
            </a:endParaRPr>
          </a:p>
        </p:txBody>
      </p:sp>
      <p:sp>
        <p:nvSpPr>
          <p:cNvPr id="16" name="Text 14"/>
          <p:cNvSpPr/>
          <p:nvPr/>
        </p:nvSpPr>
        <p:spPr>
          <a:xfrm>
            <a:off x="4899662" y="4399904"/>
            <a:ext cx="3566160" cy="582930"/>
          </a:xfrm>
          <a:prstGeom prst="rect">
            <a:avLst/>
          </a:prstGeom>
          <a:noFill/>
          <a:ln/>
        </p:spPr>
        <p:txBody>
          <a:bodyPr wrap="square" lIns="0" tIns="0" rIns="0" bIns="0" rtlCol="0" anchor="t"/>
          <a:lstStyle/>
          <a:p>
            <a:pPr marL="342892" indent="-342892">
              <a:lnSpc>
                <a:spcPct val="105000"/>
              </a:lnSpc>
            </a:pPr>
            <a:r>
              <a:rPr lang="ja-JP" altLang="en-US" sz="1600" b="1">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例</a:t>
            </a:r>
            <a:r>
              <a:rPr lang="en-US" altLang="ja-JP" sz="1600" b="1" dirty="0">
                <a:solidFill>
                  <a:srgbClr val="0E2841"/>
                </a:solidFill>
                <a:latin typeface="UD Digi Kyokasho NK-R" panose="02020400000000000000" pitchFamily="18" charset="-128"/>
                <a:ea typeface="UD Digi Kyokasho NK-R" panose="02020400000000000000" pitchFamily="18" charset="-128"/>
                <a:cs typeface="ＭＳ Ｐゴシック" pitchFamily="34" charset="-120"/>
              </a:rPr>
              <a:t>		</a:t>
            </a: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UMAP</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1600" dirty="0">
                <a:solidFill>
                  <a:srgbClr val="14323A"/>
                </a:solidFill>
                <a:latin typeface="UD Digi Kyokasho NK-R" panose="02020400000000000000" pitchFamily="18" charset="-128"/>
                <a:ea typeface="UD Digi Kyokasho NK-R" panose="02020400000000000000" pitchFamily="18" charset="-128"/>
              </a:rPr>
              <a:t> t-SNE, </a:t>
            </a: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k-means</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endPar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marL="342892" indent="-342892">
              <a:lnSpc>
                <a:spcPct val="105000"/>
              </a:lnSpc>
            </a:pP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16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階層的クラスタリング</a:t>
            </a:r>
            <a:r>
              <a:rPr lang="en-US" altLang="ja-JP" sz="16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en-US" altLang="ja-JP" sz="1600" dirty="0">
                <a:solidFill>
                  <a:srgbClr val="14323A"/>
                </a:solidFill>
                <a:latin typeface="UD Digi Kyokasho NK-R" panose="02020400000000000000" pitchFamily="18" charset="-128"/>
                <a:ea typeface="UD Digi Kyokasho NK-R" panose="02020400000000000000" pitchFamily="18" charset="-128"/>
              </a:rPr>
              <a:t>VAE</a:t>
            </a:r>
            <a:endParaRPr lang="ja-JP" altLang="en-US" sz="1600" dirty="0">
              <a:latin typeface="UD Digi Kyokasho NK-R" panose="02020400000000000000" pitchFamily="18" charset="-128"/>
              <a:ea typeface="UD Digi Kyokasho NK-R" panose="02020400000000000000" pitchFamily="18" charset="-128"/>
            </a:endParaRPr>
          </a:p>
        </p:txBody>
      </p:sp>
      <p:sp>
        <p:nvSpPr>
          <p:cNvPr id="18" name="Text 16"/>
          <p:cNvSpPr/>
          <p:nvPr/>
        </p:nvSpPr>
        <p:spPr>
          <a:xfrm>
            <a:off x="188260" y="1500368"/>
            <a:ext cx="9144000" cy="652242"/>
          </a:xfrm>
          <a:prstGeom prst="rect">
            <a:avLst/>
          </a:prstGeom>
          <a:noFill/>
          <a:ln/>
        </p:spPr>
        <p:txBody>
          <a:bodyPr wrap="square" lIns="0" tIns="0" rIns="0" bIns="0" rtlCol="0" anchor="ctr"/>
          <a:lstStyle/>
          <a:p>
            <a:r>
              <a:rPr lang="ja-JP" altLang="en-US" sz="20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前回までは教師あり学習について学んだ</a:t>
            </a:r>
            <a:endPar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今回の課題</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UMAP</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・クラスタリング</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）はすべて教師なし学習</a:t>
            </a:r>
            <a:endParaRPr lang="ja-JP" altLang="en-US" sz="2000" dirty="0">
              <a:solidFill>
                <a:srgbClr val="000000"/>
              </a:solidFill>
              <a:latin typeface="UD Digi Kyokasho NK-R" panose="02020400000000000000" pitchFamily="18" charset="-128"/>
              <a:ea typeface="UD Digi Kyokasho NK-R" panose="02020400000000000000" pitchFamily="18" charset="-128"/>
            </a:endParaRPr>
          </a:p>
        </p:txBody>
      </p:sp>
      <p:sp>
        <p:nvSpPr>
          <p:cNvPr id="23" name="タイトル 22">
            <a:extLst>
              <a:ext uri="{FF2B5EF4-FFF2-40B4-BE49-F238E27FC236}">
                <a16:creationId xmlns:a16="http://schemas.microsoft.com/office/drawing/2014/main" id="{A9CDF75E-6AFB-4F9D-DAB3-56835050488C}"/>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教師なし学習とは</a:t>
            </a:r>
            <a:endParaRPr lang="ja-JP" altLang="en-US">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73460972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0" y="791239"/>
            <a:ext cx="7572648" cy="813972"/>
          </a:xfrm>
          <a:prstGeom prst="rect">
            <a:avLst/>
          </a:prstGeom>
          <a:noFill/>
          <a:ln/>
        </p:spPr>
        <p:txBody>
          <a:bodyPr wrap="square" lIns="0" tIns="0" rIns="0" bIns="0" rtlCol="0" anchor="ctr"/>
          <a:lstStyle/>
          <a:p>
            <a:r>
              <a:rPr lang="en-US" altLang="ja-JP" sz="2000" dirty="0">
                <a:latin typeface="UD Digi Kyokasho NK-R" panose="02020400000000000000" pitchFamily="18" charset="-128"/>
                <a:ea typeface="UD Digi Kyokasho NK-R" panose="02020400000000000000" pitchFamily="18" charset="-128"/>
              </a:rPr>
              <a:t>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高次元データを，情報をできるだけ保ったまま２次元などに圧縮し</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「人間でも見える」形にすること</a:t>
            </a:r>
            <a:endParaRPr lang="ja-JP" altLang="en-US" sz="2000">
              <a:latin typeface="UD Digi Kyokasho NK-R" panose="02020400000000000000" pitchFamily="18" charset="-128"/>
              <a:ea typeface="UD Digi Kyokasho NK-R" panose="02020400000000000000" pitchFamily="18" charset="-128"/>
            </a:endParaRPr>
          </a:p>
        </p:txBody>
      </p:sp>
      <p:sp>
        <p:nvSpPr>
          <p:cNvPr id="6" name="Text 4"/>
          <p:cNvSpPr/>
          <p:nvPr/>
        </p:nvSpPr>
        <p:spPr>
          <a:xfrm>
            <a:off x="9256060" y="903889"/>
            <a:ext cx="3600450" cy="1116874"/>
          </a:xfrm>
          <a:prstGeom prst="rect">
            <a:avLst/>
          </a:prstGeom>
          <a:noFill/>
          <a:ln/>
        </p:spPr>
        <p:txBody>
          <a:bodyPr wrap="square" lIns="0" tIns="0" rIns="0" bIns="0" rtlCol="0" anchor="t"/>
          <a:lstStyle/>
          <a:p>
            <a:pPr>
              <a:lnSpc>
                <a:spcPct val="118000"/>
              </a:lnSpc>
              <a:spcAft>
                <a:spcPts val="600"/>
              </a:spcAft>
            </a:pPr>
            <a:r>
              <a:rPr lang="ja-JP" altLang="en-US" sz="135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本データ</a:t>
            </a:r>
            <a:r>
              <a:rPr lang="ja-JP" altLang="en-US"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は</a:t>
            </a:r>
            <a:r>
              <a:rPr lang="en-US" altLang="ja-JP"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1</a:t>
            </a:r>
            <a:r>
              <a:rPr lang="ja-JP" altLang="en-US"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枚の画像＝</a:t>
            </a:r>
            <a:r>
              <a:rPr lang="en-US" altLang="ja-JP"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784</a:t>
            </a:r>
            <a:r>
              <a:rPr lang="ja-JP" altLang="en-US"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ピクセル＝</a:t>
            </a:r>
            <a:r>
              <a:rPr lang="en-US" altLang="ja-JP"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784</a:t>
            </a:r>
            <a:r>
              <a:rPr lang="ja-JP" altLang="en-US"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次元。そのままでは把握できないため低次元へ圧縮する。</a:t>
            </a:r>
            <a:endParaRPr lang="ja-JP" altLang="en-US" sz="1350" dirty="0">
              <a:latin typeface="UD Digi Kyokasho NK-R" panose="02020400000000000000" pitchFamily="18" charset="-128"/>
              <a:ea typeface="UD Digi Kyokasho NK-R" panose="02020400000000000000" pitchFamily="18" charset="-128"/>
            </a:endParaRPr>
          </a:p>
          <a:p>
            <a:pPr>
              <a:lnSpc>
                <a:spcPct val="118000"/>
              </a:lnSpc>
            </a:pPr>
            <a:r>
              <a:rPr lang="ja-JP" altLang="en-US" sz="135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似た画像が近くに集まるか，いくつのまとまりに分かれるかを散布図で確認する。</a:t>
            </a:r>
            <a:endParaRPr lang="ja-JP" altLang="en-US" sz="1350" dirty="0">
              <a:latin typeface="UD Digi Kyokasho NK-R" panose="02020400000000000000" pitchFamily="18" charset="-128"/>
              <a:ea typeface="UD Digi Kyokasho NK-R" panose="02020400000000000000" pitchFamily="18" charset="-128"/>
            </a:endParaRPr>
          </a:p>
        </p:txBody>
      </p:sp>
      <p:sp>
        <p:nvSpPr>
          <p:cNvPr id="15" name="タイトル 14">
            <a:extLst>
              <a:ext uri="{FF2B5EF4-FFF2-40B4-BE49-F238E27FC236}">
                <a16:creationId xmlns:a16="http://schemas.microsoft.com/office/drawing/2014/main" id="{02E0E66C-B35A-DA98-BAF4-890D63A677AF}"/>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可視化とは</a:t>
            </a:r>
            <a:endParaRPr lang="ja-JP" altLang="en-US">
              <a:latin typeface="UD Digi Kyokasho NK-R" panose="02020400000000000000" pitchFamily="18" charset="-128"/>
              <a:ea typeface="UD Digi Kyokasho NK-R" panose="02020400000000000000" pitchFamily="18" charset="-128"/>
            </a:endParaRPr>
          </a:p>
        </p:txBody>
      </p:sp>
      <p:sp>
        <p:nvSpPr>
          <p:cNvPr id="18" name="テキスト ボックス 17">
            <a:extLst>
              <a:ext uri="{FF2B5EF4-FFF2-40B4-BE49-F238E27FC236}">
                <a16:creationId xmlns:a16="http://schemas.microsoft.com/office/drawing/2014/main" id="{C7AAC5EE-3F1E-5621-87D2-A097AEAFB896}"/>
              </a:ext>
            </a:extLst>
          </p:cNvPr>
          <p:cNvSpPr txBox="1"/>
          <p:nvPr/>
        </p:nvSpPr>
        <p:spPr>
          <a:xfrm>
            <a:off x="556822" y="1724522"/>
            <a:ext cx="8030355" cy="4062651"/>
          </a:xfrm>
          <a:prstGeom prst="rect">
            <a:avLst/>
          </a:prstGeom>
          <a:noFill/>
        </p:spPr>
        <p:txBody>
          <a:bodyPr wrap="square" rtlCol="0">
            <a:spAutoFit/>
          </a:bodyPr>
          <a:lstStyle/>
          <a:p>
            <a:r>
              <a:rPr kumimoji="1" lang="ja-JP" altLang="en-US" sz="2000">
                <a:latin typeface="UD Digi Kyokasho NK-R" panose="02020400000000000000" pitchFamily="18" charset="-128"/>
                <a:ea typeface="UD Digi Kyokasho NK-R" panose="02020400000000000000" pitchFamily="18" charset="-128"/>
              </a:rPr>
              <a:t>代表的な可視化手法</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PCA	</a:t>
            </a:r>
            <a:r>
              <a:rPr kumimoji="1" lang="ja-JP" altLang="en-US" sz="2000">
                <a:latin typeface="UD Digi Kyokasho NK-R" panose="02020400000000000000" pitchFamily="18" charset="-128"/>
                <a:ea typeface="UD Digi Kyokasho NK-R" panose="02020400000000000000" pitchFamily="18" charset="-128"/>
              </a:rPr>
              <a:t>線形アルゴリズム</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　　　</a:t>
            </a:r>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寄与率や主成分負荷量により解釈性に優れる</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　　　</a:t>
            </a:r>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非線形性の高いデータにはうまく駆動しない</a:t>
            </a:r>
          </a:p>
          <a:p>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t-SNE	</a:t>
            </a:r>
            <a:r>
              <a:rPr kumimoji="1" lang="ja-JP" altLang="en-US" sz="2000">
                <a:latin typeface="UD Digi Kyokasho NK-R" panose="02020400000000000000" pitchFamily="18" charset="-128"/>
                <a:ea typeface="UD Digi Kyokasho NK-R" panose="02020400000000000000" pitchFamily="18" charset="-128"/>
              </a:rPr>
              <a:t>非線形アルゴリズム</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r>
              <a:rPr lang="ja-JP" altLang="ja-JP" sz="2000">
                <a:latin typeface="UD Digi Kyokasho NK-R" panose="02020400000000000000" pitchFamily="18" charset="-128"/>
                <a:ea typeface="UD Digi Kyokasho NK-R" panose="02020400000000000000" pitchFamily="18" charset="-128"/>
              </a:rPr>
              <a:t>高次元の局所的な構造を非常によく捉える</a:t>
            </a:r>
            <a:endParaRPr lang="en-US" altLang="ja-JP" sz="2000" dirty="0">
              <a:latin typeface="UD Digi Kyokasho NK-R" panose="02020400000000000000" pitchFamily="18" charset="-128"/>
              <a:ea typeface="UD Digi Kyokasho NK-R" panose="02020400000000000000" pitchFamily="18" charset="-128"/>
            </a:endParaRPr>
          </a:p>
          <a:p>
            <a:r>
              <a:rPr lang="en-US" altLang="ja-JP" sz="2000" dirty="0">
                <a:latin typeface="UD Digi Kyokasho NK-R" panose="02020400000000000000" pitchFamily="18" charset="-128"/>
                <a:ea typeface="UD Digi Kyokasho NK-R" panose="02020400000000000000" pitchFamily="18" charset="-128"/>
              </a:rPr>
              <a:t>		</a:t>
            </a:r>
            <a:r>
              <a:rPr lang="ja-JP" altLang="en-US" sz="2000">
                <a:latin typeface="UD Digi Kyokasho NK-R" panose="02020400000000000000" pitchFamily="18" charset="-128"/>
                <a:ea typeface="UD Digi Kyokasho NK-R" panose="02020400000000000000" pitchFamily="18" charset="-128"/>
              </a:rPr>
              <a:t>大局的な構造も十分よく捉える</a:t>
            </a:r>
            <a:endParaRPr lang="ja-JP" altLang="ja-JP" sz="200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実行時間が長く、データ点の追加ができない</a:t>
            </a:r>
            <a:endParaRPr kumimoji="1" lang="en-US" altLang="ja-JP" sz="2000" dirty="0">
              <a:latin typeface="UD Digi Kyokasho NK-R" panose="02020400000000000000" pitchFamily="18" charset="-128"/>
              <a:ea typeface="UD Digi Kyokasho NK-R" panose="02020400000000000000" pitchFamily="18" charset="-128"/>
            </a:endParaRPr>
          </a:p>
          <a:p>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UMAP	</a:t>
            </a:r>
            <a:r>
              <a:rPr kumimoji="1" lang="ja-JP" altLang="en-US" sz="2000">
                <a:latin typeface="UD Digi Kyokasho NK-R" panose="02020400000000000000" pitchFamily="18" charset="-128"/>
                <a:ea typeface="UD Digi Kyokasho NK-R" panose="02020400000000000000" pitchFamily="18" charset="-128"/>
              </a:rPr>
              <a:t>非線形アルゴリズム</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t-SNE</a:t>
            </a:r>
            <a:r>
              <a:rPr kumimoji="1" lang="ja-JP" altLang="en-US" sz="2000">
                <a:latin typeface="UD Digi Kyokasho NK-R" panose="02020400000000000000" pitchFamily="18" charset="-128"/>
                <a:ea typeface="UD Digi Kyokasho NK-R" panose="02020400000000000000" pitchFamily="18" charset="-128"/>
              </a:rPr>
              <a:t>と同様に、高次元の局所的・大局的な構造をよく捉える</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実行時間が短く、データ点の追加が可能</a:t>
            </a:r>
            <a:endParaRPr kumimoji="1" lang="en-US" altLang="ja-JP" sz="2000" dirty="0">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1355132810"/>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DAC38-0803-FA52-67B6-DA6E213419A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 7">
                <a:extLst>
                  <a:ext uri="{FF2B5EF4-FFF2-40B4-BE49-F238E27FC236}">
                    <a16:creationId xmlns:a16="http://schemas.microsoft.com/office/drawing/2014/main" id="{F7BF8299-EC41-230A-D5A6-6FE546B6C0E9}"/>
                  </a:ext>
                </a:extLst>
              </p:cNvPr>
              <p:cNvSpPr/>
              <p:nvPr/>
            </p:nvSpPr>
            <p:spPr>
              <a:xfrm>
                <a:off x="9292046" y="2041892"/>
                <a:ext cx="8952412" cy="2760273"/>
              </a:xfrm>
              <a:prstGeom prst="rect">
                <a:avLst/>
              </a:prstGeom>
              <a:noFill/>
              <a:ln/>
            </p:spPr>
            <p:txBody>
              <a:bodyPr wrap="square" lIns="0" tIns="0" rIns="0" bIns="0" rtlCol="0" anchor="t"/>
              <a:lstStyle/>
              <a:p>
                <a:pPr marL="571486" indent="-571486">
                  <a:lnSpc>
                    <a:spcPct val="108000"/>
                  </a:lnSpc>
                  <a:spcAft>
                    <a:spcPts val="225"/>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標準化</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した </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X </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の分散共分散行列の固有値・固有ベクトルを計算。</a:t>
                </a:r>
              </a:p>
              <a:p>
                <a:pPr algn="ctr">
                  <a:spcBef>
                    <a:spcPts val="150"/>
                  </a:spcBef>
                  <a:spcAft>
                    <a:spcPts val="225"/>
                  </a:spcAft>
                </a:pPr>
                <a14:m>
                  <m:oMathPara xmlns:m="http://schemas.openxmlformats.org/officeDocument/2006/math">
                    <m:oMathParaPr>
                      <m:jc m:val="centerGroup"/>
                    </m:oMathParaPr>
                    <m:oMath xmlns:m="http://schemas.openxmlformats.org/officeDocument/2006/math">
                      <m:r>
                        <a:rPr lang="ja-JP" altLang="en-US" sz="2000" i="1">
                          <a:latin typeface="Cambria Math"/>
                          <a:ea typeface="Cambria Math"/>
                        </a:rPr>
                        <m:t>𝐶</m:t>
                      </m:r>
                      <m:r>
                        <a:rPr lang="en-US" altLang="ja-JP" sz="2000">
                          <a:latin typeface="Cambria Math"/>
                          <a:ea typeface="Cambria Math"/>
                        </a:rPr>
                        <m:t>=</m:t>
                      </m:r>
                      <m:f>
                        <m:fPr>
                          <m:ctrlPr>
                            <a:rPr lang="ja-JP" altLang="en-US" sz="2000" i="1">
                              <a:latin typeface="Cambria Math" panose="02040503050406030204" pitchFamily="18" charset="0"/>
                              <a:ea typeface="Cambria Math"/>
                            </a:rPr>
                          </m:ctrlPr>
                        </m:fPr>
                        <m:num>
                          <m:r>
                            <a:rPr lang="en-US" altLang="ja-JP" sz="2000">
                              <a:latin typeface="Cambria Math"/>
                              <a:ea typeface="Cambria Math"/>
                            </a:rPr>
                            <m:t>1</m:t>
                          </m:r>
                        </m:num>
                        <m:den>
                          <m:d>
                            <m:dPr>
                              <m:ctrlPr>
                                <a:rPr lang="ja-JP" altLang="en-US" sz="2000" i="1">
                                  <a:latin typeface="Cambria Math" panose="02040503050406030204" pitchFamily="18" charset="0"/>
                                  <a:ea typeface="Cambria Math"/>
                                </a:rPr>
                              </m:ctrlPr>
                            </m:dPr>
                            <m:e>
                              <m:r>
                                <a:rPr lang="ja-JP" altLang="en-US" sz="2000" i="1">
                                  <a:latin typeface="Cambria Math"/>
                                  <a:ea typeface="Cambria Math"/>
                                </a:rPr>
                                <m:t>𝑛</m:t>
                              </m:r>
                              <m:r>
                                <a:rPr lang="ja-JP" altLang="en-US" sz="2000">
                                  <a:latin typeface="Cambria Math"/>
                                  <a:ea typeface="Cambria Math"/>
                                </a:rPr>
                                <m:t>−</m:t>
                              </m:r>
                              <m:r>
                                <a:rPr lang="en-US" altLang="ja-JP" sz="2000">
                                  <a:latin typeface="Cambria Math"/>
                                  <a:ea typeface="Cambria Math"/>
                                </a:rPr>
                                <m:t>1</m:t>
                              </m:r>
                            </m:e>
                          </m:d>
                        </m:den>
                      </m:f>
                      <m:sSup>
                        <m:sSupPr>
                          <m:ctrlPr>
                            <a:rPr lang="ja-JP" altLang="en-US" sz="2000" i="1">
                              <a:latin typeface="Cambria Math" panose="02040503050406030204" pitchFamily="18" charset="0"/>
                              <a:ea typeface="Cambria Math"/>
                            </a:rPr>
                          </m:ctrlPr>
                        </m:sSupPr>
                        <m:e>
                          <m:r>
                            <a:rPr lang="ja-JP" altLang="en-US" sz="2000" i="1">
                              <a:latin typeface="Cambria Math"/>
                              <a:ea typeface="Cambria Math"/>
                            </a:rPr>
                            <m:t>𝑋</m:t>
                          </m:r>
                        </m:e>
                        <m:sup>
                          <m:r>
                            <a:rPr lang="ja-JP" altLang="en-US" sz="2000">
                              <a:latin typeface="Cambria Math"/>
                              <a:ea typeface="Cambria Math"/>
                            </a:rPr>
                            <m:t>𝑇</m:t>
                          </m:r>
                        </m:sup>
                      </m:sSup>
                      <m:r>
                        <a:rPr lang="ja-JP" altLang="en-US" sz="2000" i="1">
                          <a:latin typeface="Cambria Math"/>
                          <a:ea typeface="Cambria Math"/>
                        </a:rPr>
                        <m:t>𝑋</m:t>
                      </m:r>
                    </m:oMath>
                  </m:oMathPara>
                </a14:m>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8000"/>
                  </a:lnSpc>
                  <a:spcAft>
                    <a:spcPts val="225"/>
                  </a:spcAft>
                </a:pP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8000"/>
                  </a:lnSpc>
                  <a:spcAft>
                    <a:spcPts val="225"/>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固有</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ベクトル＝主成分（新しい軸），固有値＝その軸の</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分散。</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8000"/>
                  </a:lnSpc>
                  <a:spcAft>
                    <a:spcPts val="225"/>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各画像</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の座標（スコア）は，</a:t>
                </a:r>
              </a:p>
              <a:p>
                <a:pPr algn="ctr">
                  <a:spcBef>
                    <a:spcPts val="150"/>
                  </a:spcBef>
                  <a:spcAft>
                    <a:spcPts val="225"/>
                  </a:spcAft>
                </a:pPr>
                <a14:m>
                  <m:oMathPara xmlns:m="http://schemas.openxmlformats.org/officeDocument/2006/math">
                    <m:oMathParaPr>
                      <m:jc m:val="centerGroup"/>
                    </m:oMathParaPr>
                    <m:oMath xmlns:m="http://schemas.openxmlformats.org/officeDocument/2006/math">
                      <m:r>
                        <a:rPr lang="ja-JP" altLang="en-US" sz="2000" i="1">
                          <a:latin typeface="Cambria Math"/>
                          <a:ea typeface="Cambria Math"/>
                        </a:rPr>
                        <m:t>𝑇</m:t>
                      </m:r>
                      <m:r>
                        <a:rPr lang="en-US" altLang="ja-JP" sz="2000">
                          <a:latin typeface="Cambria Math"/>
                          <a:ea typeface="Cambria Math"/>
                        </a:rPr>
                        <m:t>=</m:t>
                      </m:r>
                      <m:r>
                        <a:rPr lang="ja-JP" altLang="en-US" sz="2000" i="1">
                          <a:latin typeface="Cambria Math"/>
                          <a:ea typeface="Cambria Math"/>
                        </a:rPr>
                        <m:t>𝑋𝑊</m:t>
                      </m:r>
                    </m:oMath>
                  </m:oMathPara>
                </a14:m>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p:txBody>
          </p:sp>
        </mc:Choice>
        <mc:Fallback>
          <p:sp>
            <p:nvSpPr>
              <p:cNvPr id="9" name="Text 7">
                <a:extLst>
                  <a:ext uri="{FF2B5EF4-FFF2-40B4-BE49-F238E27FC236}">
                    <a16:creationId xmlns:a16="http://schemas.microsoft.com/office/drawing/2014/main" id="{F7BF8299-EC41-230A-D5A6-6FE546B6C0E9}"/>
                  </a:ext>
                </a:extLst>
              </p:cNvPr>
              <p:cNvSpPr>
                <a:spLocks noRot="1" noChangeAspect="1" noMove="1" noResize="1" noEditPoints="1" noAdjustHandles="1" noChangeArrowheads="1" noChangeShapeType="1" noTextEdit="1"/>
              </p:cNvSpPr>
              <p:nvPr/>
            </p:nvSpPr>
            <p:spPr>
              <a:xfrm>
                <a:off x="9292046" y="2041892"/>
                <a:ext cx="8952412" cy="2760273"/>
              </a:xfrm>
              <a:prstGeom prst="rect">
                <a:avLst/>
              </a:prstGeom>
              <a:blipFill>
                <a:blip r:embed="rId4"/>
                <a:stretch>
                  <a:fillRect l="-1700" t="-2283"/>
                </a:stretch>
              </a:blipFill>
              <a:ln/>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D89B0A4E-9CDE-564A-37E7-2E4929C58D51}"/>
              </a:ext>
            </a:extLst>
          </p:cNvPr>
          <p:cNvSpPr txBox="1"/>
          <p:nvPr/>
        </p:nvSpPr>
        <p:spPr>
          <a:xfrm>
            <a:off x="188260" y="4514567"/>
            <a:ext cx="9626812" cy="1754326"/>
          </a:xfrm>
          <a:prstGeom prst="rect">
            <a:avLst/>
          </a:prstGeom>
          <a:noFill/>
        </p:spPr>
        <p:txBody>
          <a:bodyPr wrap="square" rtlCol="0">
            <a:spAutoFit/>
          </a:bodyPr>
          <a:lstStyle/>
          <a:p>
            <a:r>
              <a:rPr kumimoji="1" lang="en-US" altLang="ja-JP" dirty="0">
                <a:latin typeface="UD Digi Kyokasho NK-R" panose="02020400000000000000" pitchFamily="18" charset="-128"/>
                <a:ea typeface="UD Digi Kyokasho NK-R" panose="02020400000000000000" pitchFamily="18" charset="-128"/>
              </a:rPr>
              <a:t>PCA</a:t>
            </a:r>
            <a:r>
              <a:rPr kumimoji="1" lang="ja-JP" altLang="en-US">
                <a:latin typeface="UD Digi Kyokasho NK-R" panose="02020400000000000000" pitchFamily="18" charset="-128"/>
                <a:ea typeface="UD Digi Kyokasho NK-R" panose="02020400000000000000" pitchFamily="18" charset="-128"/>
              </a:rPr>
              <a:t>でよく用いられる単語</a:t>
            </a:r>
            <a:endParaRPr kumimoji="1" lang="en-US" altLang="ja-JP" dirty="0">
              <a:latin typeface="UD Digi Kyokasho NK-R" panose="02020400000000000000" pitchFamily="18" charset="-128"/>
              <a:ea typeface="UD Digi Kyokasho NK-R" panose="02020400000000000000" pitchFamily="18" charset="-128"/>
            </a:endParaRPr>
          </a:p>
          <a:p>
            <a:pPr lvl="1"/>
            <a:r>
              <a:rPr kumimoji="1" lang="ja-JP" altLang="en-US">
                <a:latin typeface="UD Digi Kyokasho NK-R" panose="02020400000000000000" pitchFamily="18" charset="-128"/>
                <a:ea typeface="UD Digi Kyokasho NK-R" panose="02020400000000000000" pitchFamily="18" charset="-128"/>
              </a:rPr>
              <a:t>寄与率：</a:t>
            </a:r>
            <a:r>
              <a:rPr kumimoji="1" lang="en-US" altLang="ja-JP" dirty="0">
                <a:latin typeface="UD Digi Kyokasho NK-R" panose="02020400000000000000" pitchFamily="18" charset="-128"/>
                <a:ea typeface="UD Digi Kyokasho NK-R" panose="02020400000000000000" pitchFamily="18" charset="-128"/>
              </a:rPr>
              <a:t>	</a:t>
            </a:r>
            <a:r>
              <a:rPr kumimoji="1" lang="ja-JP" altLang="en-US">
                <a:latin typeface="UD Digi Kyokasho NK-R" panose="02020400000000000000" pitchFamily="18" charset="-128"/>
                <a:ea typeface="UD Digi Kyokasho NK-R" panose="02020400000000000000" pitchFamily="18" charset="-128"/>
              </a:rPr>
              <a:t>各主成分が元のデータの分散をどれだけ表しているか</a:t>
            </a:r>
            <a:endParaRPr kumimoji="1" lang="en-US" altLang="ja-JP" dirty="0">
              <a:latin typeface="UD Digi Kyokasho NK-R" panose="02020400000000000000" pitchFamily="18" charset="-128"/>
              <a:ea typeface="UD Digi Kyokasho NK-R" panose="02020400000000000000" pitchFamily="18" charset="-128"/>
            </a:endParaRPr>
          </a:p>
          <a:p>
            <a:pPr lvl="1"/>
            <a:r>
              <a:rPr kumimoji="1" lang="en-US" altLang="ja-JP" dirty="0">
                <a:latin typeface="UD Digi Kyokasho NK-R" panose="02020400000000000000" pitchFamily="18" charset="-128"/>
                <a:ea typeface="UD Digi Kyokasho NK-R" panose="02020400000000000000" pitchFamily="18" charset="-128"/>
              </a:rPr>
              <a:t>		</a:t>
            </a:r>
            <a:r>
              <a:rPr kumimoji="1" lang="ja-JP" altLang="en-US">
                <a:latin typeface="UD Digi Kyokasho NK-R" panose="02020400000000000000" pitchFamily="18" charset="-128"/>
                <a:ea typeface="UD Digi Kyokasho NK-R" panose="02020400000000000000" pitchFamily="18" charset="-128"/>
              </a:rPr>
              <a:t>どれくらいデータの特徴を捉えているかを示す指標</a:t>
            </a:r>
            <a:endParaRPr kumimoji="1" lang="en-US" altLang="ja-JP" dirty="0">
              <a:latin typeface="UD Digi Kyokasho NK-R" panose="02020400000000000000" pitchFamily="18" charset="-128"/>
              <a:ea typeface="UD Digi Kyokasho NK-R" panose="02020400000000000000" pitchFamily="18" charset="-128"/>
            </a:endParaRPr>
          </a:p>
          <a:p>
            <a:pPr lvl="1"/>
            <a:endParaRPr kumimoji="1" lang="en-US" altLang="ja-JP" dirty="0">
              <a:latin typeface="UD Digi Kyokasho NK-R" panose="02020400000000000000" pitchFamily="18" charset="-128"/>
              <a:ea typeface="UD Digi Kyokasho NK-R" panose="02020400000000000000" pitchFamily="18" charset="-128"/>
            </a:endParaRPr>
          </a:p>
          <a:p>
            <a:pPr lvl="1"/>
            <a:r>
              <a:rPr kumimoji="1" lang="ja-JP" altLang="en-US">
                <a:latin typeface="UD Digi Kyokasho NK-R" panose="02020400000000000000" pitchFamily="18" charset="-128"/>
                <a:ea typeface="UD Digi Kyokasho NK-R" panose="02020400000000000000" pitchFamily="18" charset="-128"/>
              </a:rPr>
              <a:t>主成分負荷量（ローディング）：</a:t>
            </a:r>
            <a:r>
              <a:rPr kumimoji="1" lang="en-US" altLang="ja-JP" dirty="0">
                <a:latin typeface="UD Digi Kyokasho NK-R" panose="02020400000000000000" pitchFamily="18" charset="-128"/>
                <a:ea typeface="UD Digi Kyokasho NK-R" panose="02020400000000000000" pitchFamily="18" charset="-128"/>
              </a:rPr>
              <a:t>	</a:t>
            </a:r>
          </a:p>
          <a:p>
            <a:pPr lvl="1"/>
            <a:r>
              <a:rPr kumimoji="1" lang="en-US" altLang="ja-JP" dirty="0">
                <a:latin typeface="UD Digi Kyokasho NK-R" panose="02020400000000000000" pitchFamily="18" charset="-128"/>
                <a:ea typeface="UD Digi Kyokasho NK-R" panose="02020400000000000000" pitchFamily="18" charset="-128"/>
              </a:rPr>
              <a:t>		</a:t>
            </a:r>
            <a:r>
              <a:rPr kumimoji="1" lang="ja-JP" altLang="en-US">
                <a:latin typeface="UD Digi Kyokasho NK-R" panose="02020400000000000000" pitchFamily="18" charset="-128"/>
                <a:ea typeface="UD Digi Kyokasho NK-R" panose="02020400000000000000" pitchFamily="18" charset="-128"/>
              </a:rPr>
              <a:t>元の説明変数が各種成分にどれだけ寄与しているかを示す指標</a:t>
            </a:r>
          </a:p>
        </p:txBody>
      </p:sp>
      <p:sp>
        <p:nvSpPr>
          <p:cNvPr id="15" name="タイトル 14">
            <a:extLst>
              <a:ext uri="{FF2B5EF4-FFF2-40B4-BE49-F238E27FC236}">
                <a16:creationId xmlns:a16="http://schemas.microsoft.com/office/drawing/2014/main" id="{7032B997-5FD5-0CD8-CFC6-48D47688C151}"/>
              </a:ext>
            </a:extLst>
          </p:cNvPr>
          <p:cNvSpPr>
            <a:spLocks noGrp="1"/>
          </p:cNvSpPr>
          <p:nvPr>
            <p:ph type="title"/>
          </p:nvPr>
        </p:nvSpPr>
        <p:spPr/>
        <p:txBody>
          <a:bodyPr>
            <a:normAutofit/>
          </a:bodyPr>
          <a:lstStyle/>
          <a:p>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とは</a:t>
            </a:r>
            <a:endParaRPr lang="ja-JP" altLang="en-US">
              <a:latin typeface="UD Digi Kyokasho NK-R" panose="02020400000000000000" pitchFamily="18" charset="-128"/>
              <a:ea typeface="UD Digi Kyokasho NK-R" panose="02020400000000000000" pitchFamily="18" charset="-128"/>
            </a:endParaRPr>
          </a:p>
        </p:txBody>
      </p:sp>
      <p:pic>
        <p:nvPicPr>
          <p:cNvPr id="12" name="図 11">
            <a:extLst>
              <a:ext uri="{FF2B5EF4-FFF2-40B4-BE49-F238E27FC236}">
                <a16:creationId xmlns:a16="http://schemas.microsoft.com/office/drawing/2014/main" id="{1FB8AA08-06BA-BCAB-8191-AA4BC3CDF497}"/>
              </a:ext>
            </a:extLst>
          </p:cNvPr>
          <p:cNvPicPr>
            <a:picLocks noChangeAspect="1"/>
          </p:cNvPicPr>
          <p:nvPr/>
        </p:nvPicPr>
        <p:blipFill>
          <a:blip r:embed="rId5"/>
          <a:srcRect l="1015" t="3989" r="1086" b="4353"/>
          <a:stretch>
            <a:fillRect/>
          </a:stretch>
        </p:blipFill>
        <p:spPr>
          <a:xfrm>
            <a:off x="662310" y="1640418"/>
            <a:ext cx="6938600" cy="2700000"/>
          </a:xfrm>
          <a:prstGeom prst="rect">
            <a:avLst/>
          </a:prstGeom>
        </p:spPr>
      </p:pic>
      <p:sp>
        <p:nvSpPr>
          <p:cNvPr id="14" name="テキスト ボックス 13">
            <a:extLst>
              <a:ext uri="{FF2B5EF4-FFF2-40B4-BE49-F238E27FC236}">
                <a16:creationId xmlns:a16="http://schemas.microsoft.com/office/drawing/2014/main" id="{34CD2826-5D22-1AED-EE98-EF01256A4917}"/>
              </a:ext>
            </a:extLst>
          </p:cNvPr>
          <p:cNvSpPr txBox="1"/>
          <p:nvPr/>
        </p:nvSpPr>
        <p:spPr>
          <a:xfrm>
            <a:off x="308003" y="819939"/>
            <a:ext cx="7540597" cy="646331"/>
          </a:xfrm>
          <a:prstGeom prst="rect">
            <a:avLst/>
          </a:prstGeom>
          <a:noFill/>
        </p:spPr>
        <p:txBody>
          <a:bodyPr wrap="square" rtlCol="0">
            <a:spAutoFit/>
          </a:bodyPr>
          <a:lstStyle/>
          <a:p>
            <a:r>
              <a:rPr lang="ja-JP" altLang="ja-JP"/>
              <a:t>与えられた特徴量から新たな特徴量（主成分）を作り出し、</a:t>
            </a:r>
            <a:endParaRPr lang="en-US" altLang="ja-JP" dirty="0"/>
          </a:p>
          <a:p>
            <a:r>
              <a:rPr lang="ja-JP" altLang="ja-JP"/>
              <a:t>元の特徴量よりも少ない数の変数（次元）でデータを説明する</a:t>
            </a:r>
            <a:r>
              <a:rPr lang="ja-JP" altLang="en-US"/>
              <a:t>手法</a:t>
            </a:r>
            <a:endParaRPr kumimoji="1" lang="ja-JP" altLang="en-US" sz="2000">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594927493"/>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E1129-9C63-46BB-938A-159D5C07F73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9" name="Text 7">
                <a:extLst>
                  <a:ext uri="{FF2B5EF4-FFF2-40B4-BE49-F238E27FC236}">
                    <a16:creationId xmlns:a16="http://schemas.microsoft.com/office/drawing/2014/main" id="{D7CCA946-EB3B-8E42-A936-4C950B3BB365}"/>
                  </a:ext>
                </a:extLst>
              </p:cNvPr>
              <p:cNvSpPr/>
              <p:nvPr/>
            </p:nvSpPr>
            <p:spPr>
              <a:xfrm>
                <a:off x="9358381" y="2814777"/>
                <a:ext cx="7286897" cy="2760273"/>
              </a:xfrm>
              <a:prstGeom prst="rect">
                <a:avLst/>
              </a:prstGeom>
              <a:noFill/>
              <a:ln/>
            </p:spPr>
            <p:txBody>
              <a:bodyPr wrap="square" lIns="0" tIns="0" rIns="0" bIns="0" rtlCol="0" anchor="t"/>
              <a:lstStyle/>
              <a:p>
                <a:pPr marL="571486" indent="-571486">
                  <a:lnSpc>
                    <a:spcPct val="108000"/>
                  </a:lnSpc>
                  <a:spcAft>
                    <a:spcPts val="225"/>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標準化</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した </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X </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の分散共分散行列の固有値・固有ベクトルを計算。</a:t>
                </a:r>
              </a:p>
              <a:p>
                <a:pPr algn="ctr">
                  <a:spcBef>
                    <a:spcPts val="150"/>
                  </a:spcBef>
                  <a:spcAft>
                    <a:spcPts val="225"/>
                  </a:spcAft>
                </a:pPr>
                <a14:m>
                  <m:oMathPara xmlns:m="http://schemas.openxmlformats.org/officeDocument/2006/math">
                    <m:oMathParaPr>
                      <m:jc m:val="centerGroup"/>
                    </m:oMathParaPr>
                    <m:oMath xmlns:m="http://schemas.openxmlformats.org/officeDocument/2006/math">
                      <m:r>
                        <a:rPr lang="ja-JP" altLang="en-US" sz="2000" i="1">
                          <a:latin typeface="Cambria Math"/>
                          <a:ea typeface="Cambria Math"/>
                        </a:rPr>
                        <m:t>𝐶</m:t>
                      </m:r>
                      <m:r>
                        <a:rPr lang="en-US" altLang="ja-JP" sz="2000">
                          <a:latin typeface="Cambria Math"/>
                          <a:ea typeface="Cambria Math"/>
                        </a:rPr>
                        <m:t>=</m:t>
                      </m:r>
                      <m:f>
                        <m:fPr>
                          <m:ctrlPr>
                            <a:rPr lang="ja-JP" altLang="en-US" sz="2000" i="1">
                              <a:latin typeface="Cambria Math" panose="02040503050406030204" pitchFamily="18" charset="0"/>
                              <a:ea typeface="Cambria Math"/>
                            </a:rPr>
                          </m:ctrlPr>
                        </m:fPr>
                        <m:num>
                          <m:r>
                            <a:rPr lang="en-US" altLang="ja-JP" sz="2000">
                              <a:latin typeface="Cambria Math"/>
                              <a:ea typeface="Cambria Math"/>
                            </a:rPr>
                            <m:t>1</m:t>
                          </m:r>
                        </m:num>
                        <m:den>
                          <m:d>
                            <m:dPr>
                              <m:ctrlPr>
                                <a:rPr lang="ja-JP" altLang="en-US" sz="2000" i="1">
                                  <a:latin typeface="Cambria Math" panose="02040503050406030204" pitchFamily="18" charset="0"/>
                                  <a:ea typeface="Cambria Math"/>
                                </a:rPr>
                              </m:ctrlPr>
                            </m:dPr>
                            <m:e>
                              <m:r>
                                <a:rPr lang="ja-JP" altLang="en-US" sz="2000" i="1">
                                  <a:latin typeface="Cambria Math"/>
                                  <a:ea typeface="Cambria Math"/>
                                </a:rPr>
                                <m:t>𝑛</m:t>
                              </m:r>
                              <m:r>
                                <a:rPr lang="ja-JP" altLang="en-US" sz="2000">
                                  <a:latin typeface="Cambria Math"/>
                                  <a:ea typeface="Cambria Math"/>
                                </a:rPr>
                                <m:t>−</m:t>
                              </m:r>
                              <m:r>
                                <a:rPr lang="en-US" altLang="ja-JP" sz="2000">
                                  <a:latin typeface="Cambria Math"/>
                                  <a:ea typeface="Cambria Math"/>
                                </a:rPr>
                                <m:t>1</m:t>
                              </m:r>
                            </m:e>
                          </m:d>
                        </m:den>
                      </m:f>
                      <m:sSup>
                        <m:sSupPr>
                          <m:ctrlPr>
                            <a:rPr lang="ja-JP" altLang="en-US" sz="2000" i="1">
                              <a:latin typeface="Cambria Math" panose="02040503050406030204" pitchFamily="18" charset="0"/>
                              <a:ea typeface="Cambria Math"/>
                            </a:rPr>
                          </m:ctrlPr>
                        </m:sSupPr>
                        <m:e>
                          <m:r>
                            <a:rPr lang="ja-JP" altLang="en-US" sz="2000" i="1">
                              <a:latin typeface="Cambria Math"/>
                              <a:ea typeface="Cambria Math"/>
                            </a:rPr>
                            <m:t>𝑋</m:t>
                          </m:r>
                        </m:e>
                        <m:sup>
                          <m:r>
                            <a:rPr lang="ja-JP" altLang="en-US" sz="2000">
                              <a:latin typeface="Cambria Math"/>
                              <a:ea typeface="Cambria Math"/>
                            </a:rPr>
                            <m:t>𝑇</m:t>
                          </m:r>
                        </m:sup>
                      </m:sSup>
                      <m:r>
                        <a:rPr lang="ja-JP" altLang="en-US" sz="2000" i="1">
                          <a:latin typeface="Cambria Math"/>
                          <a:ea typeface="Cambria Math"/>
                        </a:rPr>
                        <m:t>𝑋</m:t>
                      </m:r>
                    </m:oMath>
                  </m:oMathPara>
                </a14:m>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8000"/>
                  </a:lnSpc>
                  <a:spcAft>
                    <a:spcPts val="225"/>
                  </a:spcAft>
                </a:pP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8000"/>
                  </a:lnSpc>
                  <a:spcAft>
                    <a:spcPts val="225"/>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固有</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ベクトル＝主成分（新しい軸），固有値＝その軸の</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分散。</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8000"/>
                  </a:lnSpc>
                  <a:spcAft>
                    <a:spcPts val="225"/>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各画像</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の座標（スコア）は，</a:t>
                </a:r>
              </a:p>
              <a:p>
                <a:pPr algn="ctr">
                  <a:spcBef>
                    <a:spcPts val="150"/>
                  </a:spcBef>
                  <a:spcAft>
                    <a:spcPts val="225"/>
                  </a:spcAft>
                </a:pPr>
                <a14:m>
                  <m:oMathPara xmlns:m="http://schemas.openxmlformats.org/officeDocument/2006/math">
                    <m:oMathParaPr>
                      <m:jc m:val="centerGroup"/>
                    </m:oMathParaPr>
                    <m:oMath xmlns:m="http://schemas.openxmlformats.org/officeDocument/2006/math">
                      <m:r>
                        <a:rPr lang="ja-JP" altLang="en-US" sz="2000" i="1">
                          <a:latin typeface="Cambria Math"/>
                          <a:ea typeface="Cambria Math"/>
                        </a:rPr>
                        <m:t>𝑇</m:t>
                      </m:r>
                      <m:r>
                        <a:rPr lang="en-US" altLang="ja-JP" sz="2000">
                          <a:latin typeface="Cambria Math"/>
                          <a:ea typeface="Cambria Math"/>
                        </a:rPr>
                        <m:t>=</m:t>
                      </m:r>
                      <m:r>
                        <a:rPr lang="ja-JP" altLang="en-US" sz="2000" i="1">
                          <a:latin typeface="Cambria Math"/>
                          <a:ea typeface="Cambria Math"/>
                        </a:rPr>
                        <m:t>𝑋𝑊</m:t>
                      </m:r>
                    </m:oMath>
                  </m:oMathPara>
                </a14:m>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p:txBody>
          </p:sp>
        </mc:Choice>
        <mc:Fallback>
          <p:sp>
            <p:nvSpPr>
              <p:cNvPr id="9" name="Text 7">
                <a:extLst>
                  <a:ext uri="{FF2B5EF4-FFF2-40B4-BE49-F238E27FC236}">
                    <a16:creationId xmlns:a16="http://schemas.microsoft.com/office/drawing/2014/main" id="{D7CCA946-EB3B-8E42-A936-4C950B3BB365}"/>
                  </a:ext>
                </a:extLst>
              </p:cNvPr>
              <p:cNvSpPr>
                <a:spLocks noRot="1" noChangeAspect="1" noMove="1" noResize="1" noEditPoints="1" noAdjustHandles="1" noChangeArrowheads="1" noChangeShapeType="1" noTextEdit="1"/>
              </p:cNvSpPr>
              <p:nvPr/>
            </p:nvSpPr>
            <p:spPr>
              <a:xfrm>
                <a:off x="9358381" y="2814777"/>
                <a:ext cx="7286897" cy="2760273"/>
              </a:xfrm>
              <a:prstGeom prst="rect">
                <a:avLst/>
              </a:prstGeom>
              <a:blipFill>
                <a:blip r:embed="rId3"/>
                <a:stretch>
                  <a:fillRect l="-2087" t="-2283"/>
                </a:stretch>
              </a:blipFill>
              <a:ln/>
            </p:spPr>
            <p:txBody>
              <a:bodyPr/>
              <a:lstStyle/>
              <a:p>
                <a:r>
                  <a:rPr lang="ja-JP" altLang="en-US">
                    <a:noFill/>
                  </a:rPr>
                  <a:t> </a:t>
                </a:r>
              </a:p>
            </p:txBody>
          </p:sp>
        </mc:Fallback>
      </mc:AlternateContent>
      <p:sp>
        <p:nvSpPr>
          <p:cNvPr id="15" name="タイトル 14">
            <a:extLst>
              <a:ext uri="{FF2B5EF4-FFF2-40B4-BE49-F238E27FC236}">
                <a16:creationId xmlns:a16="http://schemas.microsoft.com/office/drawing/2014/main" id="{B55092A8-D2DA-40CB-144C-4F08686BC022}"/>
              </a:ext>
            </a:extLst>
          </p:cNvPr>
          <p:cNvSpPr>
            <a:spLocks noGrp="1"/>
          </p:cNvSpPr>
          <p:nvPr>
            <p:ph type="title"/>
          </p:nvPr>
        </p:nvSpPr>
        <p:spPr/>
        <p:txBody>
          <a:bodyPr>
            <a:normAutofit/>
          </a:bodyPr>
          <a:lstStyle/>
          <a:p>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の原理</a:t>
            </a:r>
            <a:endParaRPr lang="ja-JP" altLang="en-US">
              <a:latin typeface="UD Digi Kyokasho NK-R" panose="02020400000000000000" pitchFamily="18" charset="-128"/>
              <a:ea typeface="UD Digi Kyokasho NK-R" panose="02020400000000000000" pitchFamily="18" charset="-128"/>
            </a:endParaRPr>
          </a:p>
        </p:txBody>
      </p:sp>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4190E02A-4D69-CAB9-1A6F-0EB4CB489ABB}"/>
                  </a:ext>
                </a:extLst>
              </p:cNvPr>
              <p:cNvSpPr txBox="1"/>
              <p:nvPr/>
            </p:nvSpPr>
            <p:spPr>
              <a:xfrm>
                <a:off x="188260" y="2882537"/>
                <a:ext cx="5234446" cy="1519968"/>
              </a:xfrm>
              <a:prstGeom prst="rect">
                <a:avLst/>
              </a:prstGeom>
              <a:noFill/>
            </p:spPr>
            <p:txBody>
              <a:bodyPr wrap="square" rtlCol="0">
                <a:spAutoFit/>
              </a:bodyPr>
              <a:lstStyle/>
              <a:p>
                <a:r>
                  <a:rPr kumimoji="1" lang="en-US" altLang="ja-JP" sz="2000" dirty="0">
                    <a:latin typeface="UD Digi Kyokasho NK-R" panose="02020400000000000000" pitchFamily="18" charset="-128"/>
                    <a:ea typeface="UD Digi Kyokasho NK-R" panose="02020400000000000000" pitchFamily="18" charset="-128"/>
                  </a:rPr>
                  <a:t>Step1</a:t>
                </a:r>
              </a:p>
              <a:p>
                <a:r>
                  <a:rPr kumimoji="1" lang="en-US" altLang="ja-JP" sz="2000" dirty="0">
                    <a:latin typeface="UD Digi Kyokasho NK-R" panose="02020400000000000000" pitchFamily="18" charset="-128"/>
                    <a:ea typeface="UD Digi Kyokasho NK-R" panose="02020400000000000000" pitchFamily="18" charset="-128"/>
                  </a:rPr>
                  <a:t>	</a:t>
                </a:r>
                <a14:m>
                  <m:oMath xmlns:m="http://schemas.openxmlformats.org/officeDocument/2006/math">
                    <m:sSubSup>
                      <m:sSubSupPr>
                        <m:ctrlPr>
                          <a:rPr kumimoji="1" lang="en-US" altLang="ja-JP" sz="2000" i="1" smtClean="0">
                            <a:latin typeface="Cambria Math" panose="02040503050406030204" pitchFamily="18" charset="0"/>
                            <a:ea typeface="Cambria Math" panose="02040503050406030204" pitchFamily="18" charset="0"/>
                          </a:rPr>
                        </m:ctrlPr>
                      </m:sSubSupPr>
                      <m:e>
                        <m:r>
                          <a:rPr kumimoji="1" lang="en-US" altLang="ja-JP" sz="2000" b="0" i="1" smtClean="0">
                            <a:latin typeface="Cambria Math" panose="02040503050406030204" pitchFamily="18" charset="0"/>
                            <a:ea typeface="Cambria Math" panose="02040503050406030204" pitchFamily="18" charset="0"/>
                          </a:rPr>
                          <m:t>𝜔</m:t>
                        </m:r>
                      </m:e>
                      <m:sub>
                        <m:r>
                          <a:rPr kumimoji="1" lang="en-US" altLang="ja-JP" sz="2000" b="0" i="1" smtClean="0">
                            <a:latin typeface="Cambria Math" panose="02040503050406030204" pitchFamily="18" charset="0"/>
                            <a:ea typeface="Cambria Math" panose="02040503050406030204" pitchFamily="18" charset="0"/>
                          </a:rPr>
                          <m:t>11</m:t>
                        </m:r>
                      </m:sub>
                      <m:sup>
                        <m:r>
                          <a:rPr kumimoji="1" lang="en-US" altLang="ja-JP" sz="2000" b="0" i="1" smtClean="0">
                            <a:latin typeface="Cambria Math" panose="02040503050406030204" pitchFamily="18" charset="0"/>
                            <a:ea typeface="Cambria Math" panose="02040503050406030204" pitchFamily="18" charset="0"/>
                          </a:rPr>
                          <m:t>2</m:t>
                        </m:r>
                      </m:sup>
                    </m:sSubSup>
                    <m:r>
                      <a:rPr kumimoji="1" lang="en-US" altLang="ja-JP" sz="2000" b="0" i="1" smtClean="0">
                        <a:latin typeface="Cambria Math" panose="02040503050406030204" pitchFamily="18" charset="0"/>
                        <a:ea typeface="Cambria Math" panose="02040503050406030204" pitchFamily="18" charset="0"/>
                      </a:rPr>
                      <m:t>+</m:t>
                    </m:r>
                    <m:sSubSup>
                      <m:sSubSupPr>
                        <m:ctrlPr>
                          <a:rPr kumimoji="1" lang="en-US" altLang="ja-JP" sz="2000" i="1">
                            <a:latin typeface="Cambria Math" panose="02040503050406030204" pitchFamily="18" charset="0"/>
                            <a:ea typeface="Cambria Math" panose="02040503050406030204" pitchFamily="18" charset="0"/>
                          </a:rPr>
                        </m:ctrlPr>
                      </m:sSubSupPr>
                      <m:e>
                        <m:r>
                          <a:rPr kumimoji="1" lang="en-US" altLang="ja-JP" sz="2000" b="0" i="1" smtClean="0">
                            <a:latin typeface="Cambria Math" panose="02040503050406030204" pitchFamily="18" charset="0"/>
                            <a:ea typeface="Cambria Math" panose="02040503050406030204" pitchFamily="18" charset="0"/>
                          </a:rPr>
                          <m:t>𝜔</m:t>
                        </m:r>
                      </m:e>
                      <m:sub>
                        <m:r>
                          <a:rPr kumimoji="1" lang="en-US" altLang="ja-JP" sz="2000" b="0" i="1" smtClean="0">
                            <a:latin typeface="Cambria Math" panose="02040503050406030204" pitchFamily="18" charset="0"/>
                            <a:ea typeface="Cambria Math" panose="02040503050406030204" pitchFamily="18" charset="0"/>
                          </a:rPr>
                          <m:t>21</m:t>
                        </m:r>
                      </m:sub>
                      <m:sup>
                        <m:r>
                          <a:rPr kumimoji="1" lang="en-US" altLang="ja-JP" sz="2000" b="0" i="1" smtClean="0">
                            <a:latin typeface="Cambria Math" panose="02040503050406030204" pitchFamily="18" charset="0"/>
                            <a:ea typeface="Cambria Math" panose="02040503050406030204" pitchFamily="18" charset="0"/>
                          </a:rPr>
                          <m:t>2</m:t>
                        </m:r>
                      </m:sup>
                    </m:sSubSup>
                    <m:r>
                      <a:rPr kumimoji="1" lang="en-US" altLang="ja-JP" sz="2000" b="0" i="1" smtClean="0">
                        <a:latin typeface="Cambria Math" panose="02040503050406030204" pitchFamily="18" charset="0"/>
                        <a:ea typeface="Cambria Math" panose="02040503050406030204" pitchFamily="18" charset="0"/>
                      </a:rPr>
                      <m:t> = 1</m:t>
                    </m:r>
                  </m:oMath>
                </a14:m>
                <a:r>
                  <a:rPr kumimoji="1" lang="ja-JP" altLang="en-US" sz="2000">
                    <a:latin typeface="UD Digi Kyokasho NK-R" panose="02020400000000000000" pitchFamily="18" charset="-128"/>
                    <a:ea typeface="UD Digi Kyokasho NK-R" panose="02020400000000000000" pitchFamily="18" charset="-128"/>
                  </a:rPr>
                  <a:t>という条件のもとで</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000" i="1" dirty="0" smtClean="0">
                            <a:latin typeface="Cambria Math" panose="02040503050406030204" pitchFamily="18" charset="0"/>
                            <a:ea typeface="Cambria Math" panose="02040503050406030204" pitchFamily="18" charset="0"/>
                          </a:rPr>
                        </m:ctrlPr>
                      </m:sSubPr>
                      <m:e>
                        <m:r>
                          <a:rPr kumimoji="1" lang="en-US" altLang="ja-JP" sz="2000" b="0" i="1" dirty="0" smtClean="0">
                            <a:latin typeface="Cambria Math" panose="02040503050406030204" pitchFamily="18" charset="0"/>
                            <a:ea typeface="Cambria Math" panose="02040503050406030204" pitchFamily="18" charset="0"/>
                          </a:rPr>
                          <m:t>𝑧</m:t>
                        </m:r>
                      </m:e>
                      <m:sub>
                        <m:r>
                          <a:rPr kumimoji="1" lang="en-US" altLang="ja-JP" sz="2000" b="0" i="1" dirty="0" smtClean="0">
                            <a:latin typeface="Cambria Math" panose="02040503050406030204" pitchFamily="18" charset="0"/>
                            <a:ea typeface="Cambria Math" panose="02040503050406030204" pitchFamily="18" charset="0"/>
                          </a:rPr>
                          <m:t>1</m:t>
                        </m:r>
                      </m:sub>
                    </m:sSub>
                    <m:r>
                      <a:rPr kumimoji="1" lang="en-US" altLang="ja-JP" sz="2000" b="0" i="0" dirty="0" smtClean="0">
                        <a:latin typeface="Cambria Math" panose="02040503050406030204" pitchFamily="18" charset="0"/>
                        <a:ea typeface="Cambria Math" panose="02040503050406030204" pitchFamily="18" charset="0"/>
                      </a:rPr>
                      <m:t>= </m:t>
                    </m:r>
                    <m:sSub>
                      <m:sSubPr>
                        <m:ctrlPr>
                          <a:rPr kumimoji="1" lang="en-US" altLang="ja-JP" sz="2000" i="1" dirty="0"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𝜔</m:t>
                        </m:r>
                      </m:e>
                      <m:sub>
                        <m:r>
                          <a:rPr kumimoji="1" lang="en-US" altLang="ja-JP" sz="2000" b="0" i="1" smtClean="0">
                            <a:latin typeface="Cambria Math" panose="02040503050406030204" pitchFamily="18" charset="0"/>
                            <a:ea typeface="Cambria Math" panose="02040503050406030204" pitchFamily="18" charset="0"/>
                          </a:rPr>
                          <m:t>11</m:t>
                        </m:r>
                      </m:sub>
                    </m:sSub>
                    <m:sSub>
                      <m:sSubPr>
                        <m:ctrlPr>
                          <a:rPr kumimoji="1" lang="en-US" altLang="ja-JP" sz="2000" i="1"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𝑥</m:t>
                        </m:r>
                      </m:e>
                      <m:sub>
                        <m:r>
                          <a:rPr kumimoji="1" lang="en-US" altLang="ja-JP" sz="2000" b="0" i="1" smtClean="0">
                            <a:latin typeface="Cambria Math" panose="02040503050406030204" pitchFamily="18" charset="0"/>
                            <a:ea typeface="Cambria Math" panose="02040503050406030204" pitchFamily="18" charset="0"/>
                          </a:rPr>
                          <m:t>1</m:t>
                        </m:r>
                      </m:sub>
                    </m:sSub>
                    <m:r>
                      <a:rPr kumimoji="1" lang="en-US" altLang="ja-JP" sz="2000" b="0" i="1" smtClean="0">
                        <a:latin typeface="Cambria Math" panose="02040503050406030204" pitchFamily="18" charset="0"/>
                        <a:ea typeface="Cambria Math" panose="02040503050406030204" pitchFamily="18" charset="0"/>
                      </a:rPr>
                      <m:t>+</m:t>
                    </m:r>
                    <m:sSub>
                      <m:sSubPr>
                        <m:ctrlPr>
                          <a:rPr kumimoji="1" lang="en-US" altLang="ja-JP" sz="2000" i="1"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𝜔</m:t>
                        </m:r>
                      </m:e>
                      <m:sub>
                        <m:r>
                          <a:rPr kumimoji="1" lang="en-US" altLang="ja-JP" sz="2000" b="0" i="1" smtClean="0">
                            <a:latin typeface="Cambria Math" panose="02040503050406030204" pitchFamily="18" charset="0"/>
                            <a:ea typeface="Cambria Math" panose="02040503050406030204" pitchFamily="18" charset="0"/>
                          </a:rPr>
                          <m:t>21</m:t>
                        </m:r>
                      </m:sub>
                    </m:sSub>
                    <m:sSub>
                      <m:sSubPr>
                        <m:ctrlPr>
                          <a:rPr kumimoji="1" lang="en-US" altLang="ja-JP" sz="2000" i="1" smtClean="0">
                            <a:latin typeface="Cambria Math" panose="02040503050406030204" pitchFamily="18" charset="0"/>
                            <a:ea typeface="Cambria Math" panose="02040503050406030204" pitchFamily="18" charset="0"/>
                          </a:rPr>
                        </m:ctrlPr>
                      </m:sSubPr>
                      <m:e>
                        <m:r>
                          <a:rPr kumimoji="1" lang="en-US" altLang="ja-JP" sz="2000" b="0" i="1" smtClean="0">
                            <a:latin typeface="Cambria Math" panose="02040503050406030204" pitchFamily="18" charset="0"/>
                            <a:ea typeface="Cambria Math" panose="02040503050406030204" pitchFamily="18" charset="0"/>
                          </a:rPr>
                          <m:t>𝑥</m:t>
                        </m:r>
                      </m:e>
                      <m:sub>
                        <m:r>
                          <a:rPr kumimoji="1" lang="en-US" altLang="ja-JP" sz="2000" b="0" i="1" smtClean="0">
                            <a:latin typeface="Cambria Math" panose="02040503050406030204" pitchFamily="18" charset="0"/>
                            <a:ea typeface="Cambria Math" panose="02040503050406030204" pitchFamily="18" charset="0"/>
                          </a:rPr>
                          <m:t>2</m:t>
                        </m:r>
                      </m:sub>
                    </m:sSub>
                  </m:oMath>
                </a14:m>
                <a:r>
                  <a:rPr kumimoji="1" lang="ja-JP" altLang="en-US" sz="2000">
                    <a:latin typeface="UD Digi Kyokasho NK-R" panose="02020400000000000000" pitchFamily="18" charset="-128"/>
                    <a:ea typeface="UD Digi Kyokasho NK-R" panose="02020400000000000000" pitchFamily="18" charset="-128"/>
                  </a:rPr>
                  <a:t>の分散を最大にする</a:t>
                </a:r>
                <a:endParaRPr kumimoji="1" lang="en-US" altLang="ja-JP" sz="2000" dirty="0">
                  <a:latin typeface="UD Digi Kyokasho NK-R" panose="02020400000000000000" pitchFamily="18" charset="-128"/>
                  <a:ea typeface="UD Digi Kyokasho NK-R" panose="02020400000000000000" pitchFamily="18" charset="-128"/>
                </a:endParaRPr>
              </a:p>
              <a:p>
                <a:r>
                  <a:rPr kumimoji="1" lang="en-US" altLang="ja-JP" sz="20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000" i="1" smtClean="0">
                            <a:latin typeface="Cambria Math" panose="02040503050406030204" pitchFamily="18" charset="0"/>
                          </a:rPr>
                        </m:ctrlPr>
                      </m:sSubPr>
                      <m:e>
                        <m:r>
                          <a:rPr kumimoji="1" lang="en-US" altLang="ja-JP" sz="2000" b="0" i="1" smtClean="0">
                            <a:latin typeface="Cambria Math" panose="02040503050406030204" pitchFamily="18" charset="0"/>
                          </a:rPr>
                          <m:t>𝜔</m:t>
                        </m:r>
                      </m:e>
                      <m:sub>
                        <m:r>
                          <a:rPr kumimoji="1" lang="en-US" altLang="ja-JP" sz="2000" b="0" i="1" smtClean="0">
                            <a:latin typeface="Cambria Math" panose="02040503050406030204" pitchFamily="18" charset="0"/>
                          </a:rPr>
                          <m:t>1</m:t>
                        </m:r>
                      </m:sub>
                    </m:sSub>
                    <m:r>
                      <a:rPr kumimoji="1" lang="en-US" altLang="ja-JP" sz="2000" b="0" i="1" smtClean="0">
                        <a:latin typeface="Cambria Math" panose="02040503050406030204" pitchFamily="18" charset="0"/>
                      </a:rPr>
                      <m:t>=</m:t>
                    </m:r>
                    <m:d>
                      <m:dPr>
                        <m:ctrlPr>
                          <a:rPr kumimoji="1" lang="en-US" altLang="ja-JP" sz="2000" i="1" smtClean="0">
                            <a:latin typeface="Cambria Math" panose="02040503050406030204" pitchFamily="18" charset="0"/>
                          </a:rPr>
                        </m:ctrlPr>
                      </m:dPr>
                      <m:e>
                        <m:eqArr>
                          <m:eqArrPr>
                            <m:ctrlPr>
                              <a:rPr kumimoji="1" lang="en-US" altLang="ja-JP" sz="2000" i="1" smtClean="0">
                                <a:latin typeface="Cambria Math" panose="02040503050406030204" pitchFamily="18" charset="0"/>
                              </a:rPr>
                            </m:ctrlPr>
                          </m:eqArrPr>
                          <m:e>
                            <m:sSub>
                              <m:sSubPr>
                                <m:ctrlPr>
                                  <a:rPr kumimoji="1" lang="en-US" altLang="ja-JP" i="1" dirty="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𝜔</m:t>
                                </m:r>
                              </m:e>
                              <m:sub>
                                <m:r>
                                  <a:rPr kumimoji="1" lang="en-US" altLang="ja-JP" b="0" i="1" smtClean="0">
                                    <a:latin typeface="Cambria Math" panose="02040503050406030204" pitchFamily="18" charset="0"/>
                                    <a:ea typeface="Cambria Math" panose="02040503050406030204" pitchFamily="18" charset="0"/>
                                  </a:rPr>
                                  <m:t>11</m:t>
                                </m:r>
                              </m:sub>
                            </m:sSub>
                          </m:e>
                          <m:e>
                            <m:sSub>
                              <m:sSubPr>
                                <m:ctrlPr>
                                  <a:rPr kumimoji="1" lang="en-US" altLang="ja-JP" i="1" dirty="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𝜔</m:t>
                                </m:r>
                              </m:e>
                              <m:sub>
                                <m:r>
                                  <a:rPr kumimoji="1" lang="en-US" altLang="ja-JP" b="0" i="1" smtClean="0">
                                    <a:latin typeface="Cambria Math" panose="02040503050406030204" pitchFamily="18" charset="0"/>
                                    <a:ea typeface="Cambria Math" panose="02040503050406030204" pitchFamily="18" charset="0"/>
                                  </a:rPr>
                                  <m:t>21</m:t>
                                </m:r>
                              </m:sub>
                            </m:sSub>
                          </m:e>
                        </m:eqArr>
                      </m:e>
                    </m:d>
                  </m:oMath>
                </a14:m>
                <a:r>
                  <a:rPr kumimoji="1" lang="en-US" altLang="ja-JP" sz="2000" dirty="0">
                    <a:latin typeface="UD Digi Kyokasho NK-R" panose="02020400000000000000" pitchFamily="18" charset="-128"/>
                    <a:ea typeface="UD Digi Kyokasho NK-R" panose="02020400000000000000" pitchFamily="18" charset="-128"/>
                  </a:rPr>
                  <a:t> </a:t>
                </a:r>
                <a:r>
                  <a:rPr kumimoji="1" lang="ja-JP" altLang="en-US" sz="2000">
                    <a:latin typeface="UD Digi Kyokasho NK-R" panose="02020400000000000000" pitchFamily="18" charset="-128"/>
                    <a:ea typeface="UD Digi Kyokasho NK-R" panose="02020400000000000000" pitchFamily="18" charset="-128"/>
                  </a:rPr>
                  <a:t>を求める　→ </a:t>
                </a:r>
                <a14:m>
                  <m:oMath xmlns:m="http://schemas.openxmlformats.org/officeDocument/2006/math">
                    <m:sSub>
                      <m:sSubPr>
                        <m:ctrlPr>
                          <a:rPr kumimoji="1" lang="en-US" altLang="ja-JP" sz="2000" i="1" dirty="0">
                            <a:latin typeface="Cambria Math" panose="02040503050406030204" pitchFamily="18" charset="0"/>
                            <a:ea typeface="Cambria Math" panose="02040503050406030204" pitchFamily="18" charset="0"/>
                          </a:rPr>
                        </m:ctrlPr>
                      </m:sSubPr>
                      <m:e>
                        <m:r>
                          <a:rPr kumimoji="1" lang="en-US" altLang="ja-JP" sz="2000" b="0" i="1" dirty="0" smtClean="0">
                            <a:latin typeface="Cambria Math" panose="02040503050406030204" pitchFamily="18" charset="0"/>
                            <a:ea typeface="Cambria Math" panose="02040503050406030204" pitchFamily="18" charset="0"/>
                          </a:rPr>
                          <m:t>𝑧</m:t>
                        </m:r>
                      </m:e>
                      <m:sub>
                        <m:r>
                          <a:rPr kumimoji="1" lang="en-US" altLang="ja-JP" sz="2000" b="0" i="1" dirty="0" smtClean="0">
                            <a:latin typeface="Cambria Math" panose="02040503050406030204" pitchFamily="18" charset="0"/>
                            <a:ea typeface="Cambria Math" panose="02040503050406030204" pitchFamily="18" charset="0"/>
                          </a:rPr>
                          <m:t>1</m:t>
                        </m:r>
                      </m:sub>
                    </m:sSub>
                  </m:oMath>
                </a14:m>
                <a:r>
                  <a:rPr kumimoji="1" lang="ja-JP" altLang="en-US" sz="2000">
                    <a:latin typeface="UD Digi Kyokasho NK-R" panose="02020400000000000000" pitchFamily="18" charset="-128"/>
                    <a:ea typeface="UD Digi Kyokasho NK-R" panose="02020400000000000000" pitchFamily="18" charset="-128"/>
                  </a:rPr>
                  <a:t>：第一主成分</a:t>
                </a:r>
                <a:endParaRPr kumimoji="1" lang="en-US" altLang="ja-JP" sz="2000" dirty="0">
                  <a:latin typeface="UD Digi Kyokasho NK-R" panose="02020400000000000000" pitchFamily="18" charset="-128"/>
                  <a:ea typeface="UD Digi Kyokasho NK-R" panose="02020400000000000000" pitchFamily="18" charset="-128"/>
                </a:endParaRPr>
              </a:p>
            </p:txBody>
          </p:sp>
        </mc:Choice>
        <mc:Fallback>
          <p:sp>
            <p:nvSpPr>
              <p:cNvPr id="3" name="テキスト ボックス 2">
                <a:extLst>
                  <a:ext uri="{FF2B5EF4-FFF2-40B4-BE49-F238E27FC236}">
                    <a16:creationId xmlns:a16="http://schemas.microsoft.com/office/drawing/2014/main" id="{4190E02A-4D69-CAB9-1A6F-0EB4CB489ABB}"/>
                  </a:ext>
                </a:extLst>
              </p:cNvPr>
              <p:cNvSpPr txBox="1">
                <a:spLocks noRot="1" noChangeAspect="1" noMove="1" noResize="1" noEditPoints="1" noAdjustHandles="1" noChangeArrowheads="1" noChangeShapeType="1" noTextEdit="1"/>
              </p:cNvSpPr>
              <p:nvPr/>
            </p:nvSpPr>
            <p:spPr>
              <a:xfrm>
                <a:off x="188260" y="2882537"/>
                <a:ext cx="5234446" cy="1519968"/>
              </a:xfrm>
              <a:prstGeom prst="rect">
                <a:avLst/>
              </a:prstGeom>
              <a:blipFill>
                <a:blip r:embed="rId4"/>
                <a:stretch>
                  <a:fillRect l="-1208" t="-2500" b="-8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1CC250A0-0CAF-3F00-4D8A-FDDB35C1D758}"/>
                  </a:ext>
                </a:extLst>
              </p:cNvPr>
              <p:cNvSpPr txBox="1"/>
              <p:nvPr/>
            </p:nvSpPr>
            <p:spPr>
              <a:xfrm>
                <a:off x="188260" y="4402505"/>
                <a:ext cx="5823857" cy="1408206"/>
              </a:xfrm>
              <a:prstGeom prst="rect">
                <a:avLst/>
              </a:prstGeom>
              <a:noFill/>
            </p:spPr>
            <p:txBody>
              <a:bodyPr wrap="square">
                <a:spAutoFit/>
              </a:bodyPr>
              <a:lstStyle/>
              <a:p>
                <a:r>
                  <a:rPr kumimoji="1" lang="en-US" altLang="ja-JP" sz="1800" dirty="0">
                    <a:latin typeface="UD Digi Kyokasho NK-R" panose="02020400000000000000" pitchFamily="18" charset="-128"/>
                    <a:ea typeface="UD Digi Kyokasho NK-R" panose="02020400000000000000" pitchFamily="18" charset="-128"/>
                  </a:rPr>
                  <a:t>Step</a:t>
                </a:r>
                <a:r>
                  <a:rPr kumimoji="1" lang="ja-JP" altLang="en-US" sz="1800">
                    <a:latin typeface="UD Digi Kyokasho NK-R" panose="02020400000000000000" pitchFamily="18" charset="-128"/>
                    <a:ea typeface="UD Digi Kyokasho NK-R" panose="02020400000000000000" pitchFamily="18" charset="-128"/>
                  </a:rPr>
                  <a:t>２</a:t>
                </a:r>
                <a:endParaRPr kumimoji="1" lang="en-US" altLang="ja-JP" sz="1800" dirty="0">
                  <a:latin typeface="UD Digi Kyokasho NK-R" panose="02020400000000000000" pitchFamily="18" charset="-128"/>
                  <a:ea typeface="UD Digi Kyokasho NK-R" panose="02020400000000000000" pitchFamily="18" charset="-128"/>
                </a:endParaRPr>
              </a:p>
              <a:p>
                <a:r>
                  <a:rPr kumimoji="1" lang="en-US" altLang="ja-JP" sz="1800" dirty="0">
                    <a:latin typeface="UD Digi Kyokasho NK-R" panose="02020400000000000000" pitchFamily="18" charset="-128"/>
                    <a:ea typeface="UD Digi Kyokasho NK-R" panose="02020400000000000000" pitchFamily="18" charset="-128"/>
                  </a:rPr>
                  <a:t>	</a:t>
                </a:r>
                <a14:m>
                  <m:oMath xmlns:m="http://schemas.openxmlformats.org/officeDocument/2006/math">
                    <m:sSubSup>
                      <m:sSubSupPr>
                        <m:ctrlPr>
                          <a:rPr kumimoji="1" lang="en-US" altLang="ja-JP" sz="1800" i="1" smtClean="0">
                            <a:latin typeface="Cambria Math" panose="02040503050406030204" pitchFamily="18" charset="0"/>
                            <a:ea typeface="Cambria Math" panose="02040503050406030204" pitchFamily="18" charset="0"/>
                          </a:rPr>
                        </m:ctrlPr>
                      </m:sSubSupPr>
                      <m:e>
                        <m:r>
                          <a:rPr kumimoji="1" lang="en-US" altLang="ja-JP" sz="1800" b="0" i="1" smtClean="0">
                            <a:latin typeface="Cambria Math" panose="02040503050406030204" pitchFamily="18" charset="0"/>
                            <a:ea typeface="Cambria Math" panose="02040503050406030204" pitchFamily="18" charset="0"/>
                          </a:rPr>
                          <m:t>𝜔</m:t>
                        </m:r>
                      </m:e>
                      <m:sub>
                        <m:r>
                          <a:rPr kumimoji="1" lang="en-US" altLang="ja-JP" sz="1800" b="0" i="1" smtClean="0">
                            <a:latin typeface="Cambria Math" panose="02040503050406030204" pitchFamily="18" charset="0"/>
                            <a:ea typeface="Cambria Math" panose="02040503050406030204" pitchFamily="18" charset="0"/>
                          </a:rPr>
                          <m:t>1</m:t>
                        </m:r>
                        <m:r>
                          <a:rPr kumimoji="1" lang="en-US" altLang="ja-JP" sz="1800" b="0" i="1" smtClean="0">
                            <a:latin typeface="Cambria Math" panose="02040503050406030204" pitchFamily="18" charset="0"/>
                            <a:ea typeface="Cambria Math" panose="02040503050406030204" pitchFamily="18" charset="0"/>
                          </a:rPr>
                          <m:t>2</m:t>
                        </m:r>
                      </m:sub>
                      <m:sup>
                        <m:r>
                          <a:rPr kumimoji="1" lang="en-US" altLang="ja-JP" sz="1800" b="0" i="1" smtClean="0">
                            <a:latin typeface="Cambria Math" panose="02040503050406030204" pitchFamily="18" charset="0"/>
                            <a:ea typeface="Cambria Math" panose="02040503050406030204" pitchFamily="18" charset="0"/>
                          </a:rPr>
                          <m:t>2</m:t>
                        </m:r>
                      </m:sup>
                    </m:sSubSup>
                    <m:r>
                      <a:rPr kumimoji="1" lang="en-US" altLang="ja-JP" sz="1800" b="0" i="1" smtClean="0">
                        <a:latin typeface="Cambria Math" panose="02040503050406030204" pitchFamily="18" charset="0"/>
                        <a:ea typeface="Cambria Math" panose="02040503050406030204" pitchFamily="18" charset="0"/>
                      </a:rPr>
                      <m:t>+</m:t>
                    </m:r>
                    <m:sSubSup>
                      <m:sSubSupPr>
                        <m:ctrlPr>
                          <a:rPr kumimoji="1" lang="en-US" altLang="ja-JP" sz="1800" i="1">
                            <a:latin typeface="Cambria Math" panose="02040503050406030204" pitchFamily="18" charset="0"/>
                            <a:ea typeface="Cambria Math" panose="02040503050406030204" pitchFamily="18" charset="0"/>
                          </a:rPr>
                        </m:ctrlPr>
                      </m:sSubSupPr>
                      <m:e>
                        <m:r>
                          <a:rPr kumimoji="1" lang="en-US" altLang="ja-JP" sz="1800" b="0" i="1" smtClean="0">
                            <a:latin typeface="Cambria Math" panose="02040503050406030204" pitchFamily="18" charset="0"/>
                            <a:ea typeface="Cambria Math" panose="02040503050406030204" pitchFamily="18" charset="0"/>
                          </a:rPr>
                          <m:t>𝜔</m:t>
                        </m:r>
                      </m:e>
                      <m:sub>
                        <m:r>
                          <a:rPr kumimoji="1" lang="en-US" altLang="ja-JP" sz="1800" b="0" i="1" smtClean="0">
                            <a:latin typeface="Cambria Math" panose="02040503050406030204" pitchFamily="18" charset="0"/>
                            <a:ea typeface="Cambria Math" panose="02040503050406030204" pitchFamily="18" charset="0"/>
                          </a:rPr>
                          <m:t>2</m:t>
                        </m:r>
                        <m:r>
                          <a:rPr kumimoji="1" lang="en-US" altLang="ja-JP" sz="1800" b="0" i="1" smtClean="0">
                            <a:latin typeface="Cambria Math" panose="02040503050406030204" pitchFamily="18" charset="0"/>
                            <a:ea typeface="Cambria Math" panose="02040503050406030204" pitchFamily="18" charset="0"/>
                          </a:rPr>
                          <m:t>2</m:t>
                        </m:r>
                      </m:sub>
                      <m:sup>
                        <m:r>
                          <a:rPr kumimoji="1" lang="en-US" altLang="ja-JP" sz="1800" b="0" i="1" smtClean="0">
                            <a:latin typeface="Cambria Math" panose="02040503050406030204" pitchFamily="18" charset="0"/>
                            <a:ea typeface="Cambria Math" panose="02040503050406030204" pitchFamily="18" charset="0"/>
                          </a:rPr>
                          <m:t>2</m:t>
                        </m:r>
                      </m:sup>
                    </m:sSubSup>
                    <m:r>
                      <a:rPr kumimoji="1" lang="en-US" altLang="ja-JP" sz="1800" b="0" i="1" smtClean="0">
                        <a:latin typeface="Cambria Math" panose="02040503050406030204" pitchFamily="18" charset="0"/>
                        <a:ea typeface="Cambria Math" panose="02040503050406030204" pitchFamily="18" charset="0"/>
                      </a:rPr>
                      <m:t> = 1</m:t>
                    </m:r>
                  </m:oMath>
                </a14:m>
                <a:r>
                  <a:rPr kumimoji="1" lang="ja-JP" altLang="en-US" sz="1800">
                    <a:latin typeface="UD Digi Kyokasho NK-R" panose="02020400000000000000" pitchFamily="18" charset="-128"/>
                    <a:ea typeface="UD Digi Kyokasho NK-R" panose="02020400000000000000" pitchFamily="18" charset="-128"/>
                  </a:rPr>
                  <a:t>かつ</a:t>
                </a:r>
                <a14:m>
                  <m:oMath xmlns:m="http://schemas.openxmlformats.org/officeDocument/2006/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𝜔</m:t>
                        </m:r>
                      </m:e>
                      <m:sub>
                        <m:r>
                          <a:rPr kumimoji="1" lang="en-US" altLang="ja-JP" i="1">
                            <a:latin typeface="Cambria Math" panose="02040503050406030204" pitchFamily="18" charset="0"/>
                          </a:rPr>
                          <m:t>1</m:t>
                        </m:r>
                      </m:sub>
                    </m:sSub>
                  </m:oMath>
                </a14:m>
                <a:r>
                  <a:rPr kumimoji="1" lang="ja-JP" altLang="en-US" sz="1800">
                    <a:latin typeface="UD Digi Kyokasho NK-R" panose="02020400000000000000" pitchFamily="18" charset="-128"/>
                    <a:ea typeface="UD Digi Kyokasho NK-R" panose="02020400000000000000" pitchFamily="18" charset="-128"/>
                  </a:rPr>
                  <a:t>と直交するという条件のもとで</a:t>
                </a:r>
                <a:endParaRPr kumimoji="1" lang="en-US" altLang="ja-JP" sz="1800" dirty="0">
                  <a:latin typeface="UD Digi Kyokasho NK-R" panose="02020400000000000000" pitchFamily="18" charset="-128"/>
                  <a:ea typeface="UD Digi Kyokasho NK-R" panose="02020400000000000000" pitchFamily="18" charset="-128"/>
                </a:endParaRPr>
              </a:p>
              <a:p>
                <a:r>
                  <a:rPr kumimoji="1" lang="en-US" altLang="ja-JP" sz="1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1800" i="1" dirty="0" smtClean="0">
                            <a:latin typeface="Cambria Math" panose="02040503050406030204" pitchFamily="18" charset="0"/>
                            <a:ea typeface="Cambria Math" panose="02040503050406030204" pitchFamily="18" charset="0"/>
                          </a:rPr>
                        </m:ctrlPr>
                      </m:sSubPr>
                      <m:e>
                        <m:r>
                          <a:rPr kumimoji="1" lang="en-US" altLang="ja-JP" sz="1800" b="0" i="1" dirty="0" smtClean="0">
                            <a:latin typeface="Cambria Math" panose="02040503050406030204" pitchFamily="18" charset="0"/>
                            <a:ea typeface="Cambria Math" panose="02040503050406030204" pitchFamily="18" charset="0"/>
                          </a:rPr>
                          <m:t>𝑧</m:t>
                        </m:r>
                      </m:e>
                      <m:sub>
                        <m:r>
                          <a:rPr kumimoji="1" lang="en-US" altLang="ja-JP" sz="1800" b="0" i="1" dirty="0" smtClean="0">
                            <a:latin typeface="Cambria Math" panose="02040503050406030204" pitchFamily="18" charset="0"/>
                            <a:ea typeface="Cambria Math" panose="02040503050406030204" pitchFamily="18" charset="0"/>
                          </a:rPr>
                          <m:t>2</m:t>
                        </m:r>
                      </m:sub>
                    </m:sSub>
                    <m:r>
                      <a:rPr kumimoji="1" lang="en-US" altLang="ja-JP" sz="1800" b="0" i="0" dirty="0" smtClean="0">
                        <a:latin typeface="Cambria Math" panose="02040503050406030204" pitchFamily="18" charset="0"/>
                        <a:ea typeface="Cambria Math" panose="02040503050406030204" pitchFamily="18" charset="0"/>
                      </a:rPr>
                      <m:t>= </m:t>
                    </m:r>
                    <m:sSub>
                      <m:sSubPr>
                        <m:ctrlPr>
                          <a:rPr kumimoji="1" lang="en-US" altLang="ja-JP" sz="1800" i="1" dirty="0" smtClean="0">
                            <a:latin typeface="Cambria Math" panose="02040503050406030204" pitchFamily="18" charset="0"/>
                            <a:ea typeface="Cambria Math" panose="02040503050406030204" pitchFamily="18" charset="0"/>
                          </a:rPr>
                        </m:ctrlPr>
                      </m:sSubPr>
                      <m:e>
                        <m:r>
                          <a:rPr kumimoji="1" lang="en-US" altLang="ja-JP" sz="1800" b="0" i="1" smtClean="0">
                            <a:latin typeface="Cambria Math" panose="02040503050406030204" pitchFamily="18" charset="0"/>
                            <a:ea typeface="Cambria Math" panose="02040503050406030204" pitchFamily="18" charset="0"/>
                          </a:rPr>
                          <m:t>𝜔</m:t>
                        </m:r>
                      </m:e>
                      <m:sub>
                        <m:r>
                          <a:rPr kumimoji="1" lang="en-US" altLang="ja-JP" sz="1800" b="0" i="1" smtClean="0">
                            <a:latin typeface="Cambria Math" panose="02040503050406030204" pitchFamily="18" charset="0"/>
                            <a:ea typeface="Cambria Math" panose="02040503050406030204" pitchFamily="18" charset="0"/>
                          </a:rPr>
                          <m:t>1</m:t>
                        </m:r>
                        <m:r>
                          <a:rPr kumimoji="1" lang="en-US" altLang="ja-JP" sz="1800" b="0" i="1" smtClean="0">
                            <a:latin typeface="Cambria Math" panose="02040503050406030204" pitchFamily="18" charset="0"/>
                            <a:ea typeface="Cambria Math" panose="02040503050406030204" pitchFamily="18" charset="0"/>
                          </a:rPr>
                          <m:t>2</m:t>
                        </m:r>
                      </m:sub>
                    </m:sSub>
                    <m:sSub>
                      <m:sSubPr>
                        <m:ctrlPr>
                          <a:rPr kumimoji="1" lang="en-US" altLang="ja-JP" sz="1800" i="1" smtClean="0">
                            <a:latin typeface="Cambria Math" panose="02040503050406030204" pitchFamily="18" charset="0"/>
                            <a:ea typeface="Cambria Math" panose="02040503050406030204" pitchFamily="18" charset="0"/>
                          </a:rPr>
                        </m:ctrlPr>
                      </m:sSubPr>
                      <m:e>
                        <m:r>
                          <a:rPr kumimoji="1" lang="en-US" altLang="ja-JP" sz="1800" b="0" i="1" smtClean="0">
                            <a:latin typeface="Cambria Math" panose="02040503050406030204" pitchFamily="18" charset="0"/>
                            <a:ea typeface="Cambria Math" panose="02040503050406030204" pitchFamily="18" charset="0"/>
                          </a:rPr>
                          <m:t>𝑥</m:t>
                        </m:r>
                      </m:e>
                      <m:sub>
                        <m:r>
                          <a:rPr kumimoji="1" lang="en-US" altLang="ja-JP" sz="1800" b="0" i="1" smtClean="0">
                            <a:latin typeface="Cambria Math" panose="02040503050406030204" pitchFamily="18" charset="0"/>
                            <a:ea typeface="Cambria Math" panose="02040503050406030204" pitchFamily="18" charset="0"/>
                          </a:rPr>
                          <m:t>1</m:t>
                        </m:r>
                      </m:sub>
                    </m:sSub>
                    <m:r>
                      <a:rPr kumimoji="1" lang="en-US" altLang="ja-JP" sz="1800" b="0" i="1" smtClean="0">
                        <a:latin typeface="Cambria Math" panose="02040503050406030204" pitchFamily="18" charset="0"/>
                        <a:ea typeface="Cambria Math" panose="02040503050406030204" pitchFamily="18" charset="0"/>
                      </a:rPr>
                      <m:t>+</m:t>
                    </m:r>
                    <m:sSub>
                      <m:sSubPr>
                        <m:ctrlPr>
                          <a:rPr kumimoji="1" lang="en-US" altLang="ja-JP" sz="1800" i="1" smtClean="0">
                            <a:latin typeface="Cambria Math" panose="02040503050406030204" pitchFamily="18" charset="0"/>
                            <a:ea typeface="Cambria Math" panose="02040503050406030204" pitchFamily="18" charset="0"/>
                          </a:rPr>
                        </m:ctrlPr>
                      </m:sSubPr>
                      <m:e>
                        <m:r>
                          <a:rPr kumimoji="1" lang="en-US" altLang="ja-JP" sz="1800" b="0" i="1" smtClean="0">
                            <a:latin typeface="Cambria Math" panose="02040503050406030204" pitchFamily="18" charset="0"/>
                            <a:ea typeface="Cambria Math" panose="02040503050406030204" pitchFamily="18" charset="0"/>
                          </a:rPr>
                          <m:t>𝜔</m:t>
                        </m:r>
                      </m:e>
                      <m:sub>
                        <m:r>
                          <a:rPr kumimoji="1" lang="en-US" altLang="ja-JP" sz="1800" b="0" i="1" smtClean="0">
                            <a:latin typeface="Cambria Math" panose="02040503050406030204" pitchFamily="18" charset="0"/>
                            <a:ea typeface="Cambria Math" panose="02040503050406030204" pitchFamily="18" charset="0"/>
                          </a:rPr>
                          <m:t>2</m:t>
                        </m:r>
                        <m:r>
                          <a:rPr kumimoji="1" lang="en-US" altLang="ja-JP" sz="1800" b="0" i="1" smtClean="0">
                            <a:latin typeface="Cambria Math" panose="02040503050406030204" pitchFamily="18" charset="0"/>
                            <a:ea typeface="Cambria Math" panose="02040503050406030204" pitchFamily="18" charset="0"/>
                          </a:rPr>
                          <m:t>2</m:t>
                        </m:r>
                      </m:sub>
                    </m:sSub>
                    <m:sSub>
                      <m:sSubPr>
                        <m:ctrlPr>
                          <a:rPr kumimoji="1" lang="en-US" altLang="ja-JP" sz="1800" i="1" smtClean="0">
                            <a:latin typeface="Cambria Math" panose="02040503050406030204" pitchFamily="18" charset="0"/>
                            <a:ea typeface="Cambria Math" panose="02040503050406030204" pitchFamily="18" charset="0"/>
                          </a:rPr>
                        </m:ctrlPr>
                      </m:sSubPr>
                      <m:e>
                        <m:r>
                          <a:rPr kumimoji="1" lang="en-US" altLang="ja-JP" sz="1800" b="0" i="1" smtClean="0">
                            <a:latin typeface="Cambria Math" panose="02040503050406030204" pitchFamily="18" charset="0"/>
                            <a:ea typeface="Cambria Math" panose="02040503050406030204" pitchFamily="18" charset="0"/>
                          </a:rPr>
                          <m:t>𝑥</m:t>
                        </m:r>
                      </m:e>
                      <m:sub>
                        <m:r>
                          <a:rPr kumimoji="1" lang="en-US" altLang="ja-JP" sz="1800" b="0" i="1" smtClean="0">
                            <a:latin typeface="Cambria Math" panose="02040503050406030204" pitchFamily="18" charset="0"/>
                            <a:ea typeface="Cambria Math" panose="02040503050406030204" pitchFamily="18" charset="0"/>
                          </a:rPr>
                          <m:t>2</m:t>
                        </m:r>
                      </m:sub>
                    </m:sSub>
                  </m:oMath>
                </a14:m>
                <a:r>
                  <a:rPr kumimoji="1" lang="ja-JP" altLang="en-US" sz="1800">
                    <a:latin typeface="UD Digi Kyokasho NK-R" panose="02020400000000000000" pitchFamily="18" charset="-128"/>
                    <a:ea typeface="UD Digi Kyokasho NK-R" panose="02020400000000000000" pitchFamily="18" charset="-128"/>
                  </a:rPr>
                  <a:t>の分散を最大にする</a:t>
                </a:r>
                <a:endParaRPr kumimoji="1" lang="en-US" altLang="ja-JP" sz="1800" dirty="0">
                  <a:latin typeface="UD Digi Kyokasho NK-R" panose="02020400000000000000" pitchFamily="18" charset="-128"/>
                  <a:ea typeface="UD Digi Kyokasho NK-R" panose="02020400000000000000" pitchFamily="18" charset="-128"/>
                </a:endParaRPr>
              </a:p>
              <a:p>
                <a:r>
                  <a:rPr kumimoji="1" lang="en-US" altLang="ja-JP" sz="1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1800" i="1" smtClean="0">
                            <a:latin typeface="Cambria Math" panose="02040503050406030204" pitchFamily="18" charset="0"/>
                          </a:rPr>
                        </m:ctrlPr>
                      </m:sSubPr>
                      <m:e>
                        <m:r>
                          <a:rPr kumimoji="1" lang="en-US" altLang="ja-JP" sz="1800" b="0" i="1" smtClean="0">
                            <a:latin typeface="Cambria Math" panose="02040503050406030204" pitchFamily="18" charset="0"/>
                          </a:rPr>
                          <m:t>𝜔</m:t>
                        </m:r>
                      </m:e>
                      <m:sub>
                        <m:r>
                          <a:rPr kumimoji="1" lang="en-US" altLang="ja-JP" sz="1800" b="0" i="1" smtClean="0">
                            <a:latin typeface="Cambria Math" panose="02040503050406030204" pitchFamily="18" charset="0"/>
                          </a:rPr>
                          <m:t>2</m:t>
                        </m:r>
                      </m:sub>
                    </m:sSub>
                    <m:r>
                      <a:rPr kumimoji="1" lang="en-US" altLang="ja-JP" sz="1800" b="0" i="1" smtClean="0">
                        <a:latin typeface="Cambria Math" panose="02040503050406030204" pitchFamily="18" charset="0"/>
                      </a:rPr>
                      <m:t>=</m:t>
                    </m:r>
                    <m:d>
                      <m:dPr>
                        <m:ctrlPr>
                          <a:rPr kumimoji="1" lang="en-US" altLang="ja-JP" sz="1800" i="1" smtClean="0">
                            <a:latin typeface="Cambria Math" panose="02040503050406030204" pitchFamily="18" charset="0"/>
                          </a:rPr>
                        </m:ctrlPr>
                      </m:dPr>
                      <m:e>
                        <m:eqArr>
                          <m:eqArrPr>
                            <m:ctrlPr>
                              <a:rPr kumimoji="1" lang="en-US" altLang="ja-JP" sz="1800" i="1" smtClean="0">
                                <a:latin typeface="Cambria Math" panose="02040503050406030204" pitchFamily="18" charset="0"/>
                              </a:rPr>
                            </m:ctrlPr>
                          </m:eqArrPr>
                          <m:e>
                            <m:sSub>
                              <m:sSubPr>
                                <m:ctrlPr>
                                  <a:rPr kumimoji="1" lang="en-US" altLang="ja-JP" i="1" dirty="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𝜔</m:t>
                                </m:r>
                              </m:e>
                              <m:sub>
                                <m:r>
                                  <a:rPr kumimoji="1" lang="en-US" altLang="ja-JP" b="0" i="1" smtClean="0">
                                    <a:latin typeface="Cambria Math" panose="02040503050406030204" pitchFamily="18" charset="0"/>
                                    <a:ea typeface="Cambria Math" panose="02040503050406030204" pitchFamily="18" charset="0"/>
                                  </a:rPr>
                                  <m:t>1</m:t>
                                </m:r>
                                <m:r>
                                  <a:rPr kumimoji="1" lang="en-US" altLang="ja-JP" b="0" i="1" smtClean="0">
                                    <a:latin typeface="Cambria Math" panose="02040503050406030204" pitchFamily="18" charset="0"/>
                                    <a:ea typeface="Cambria Math" panose="02040503050406030204" pitchFamily="18" charset="0"/>
                                  </a:rPr>
                                  <m:t>2</m:t>
                                </m:r>
                              </m:sub>
                            </m:sSub>
                          </m:e>
                          <m:e>
                            <m:sSub>
                              <m:sSubPr>
                                <m:ctrlPr>
                                  <a:rPr kumimoji="1" lang="en-US" altLang="ja-JP" i="1" dirty="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𝜔</m:t>
                                </m:r>
                              </m:e>
                              <m:sub>
                                <m:r>
                                  <a:rPr kumimoji="1" lang="en-US" altLang="ja-JP" b="0" i="1" smtClean="0">
                                    <a:latin typeface="Cambria Math" panose="02040503050406030204" pitchFamily="18" charset="0"/>
                                    <a:ea typeface="Cambria Math" panose="02040503050406030204" pitchFamily="18" charset="0"/>
                                  </a:rPr>
                                  <m:t>2</m:t>
                                </m:r>
                                <m:r>
                                  <a:rPr kumimoji="1" lang="en-US" altLang="ja-JP" b="0" i="1" smtClean="0">
                                    <a:latin typeface="Cambria Math" panose="02040503050406030204" pitchFamily="18" charset="0"/>
                                    <a:ea typeface="Cambria Math" panose="02040503050406030204" pitchFamily="18" charset="0"/>
                                  </a:rPr>
                                  <m:t>2</m:t>
                                </m:r>
                              </m:sub>
                            </m:sSub>
                          </m:e>
                        </m:eqArr>
                      </m:e>
                    </m:d>
                  </m:oMath>
                </a14:m>
                <a:r>
                  <a:rPr kumimoji="1" lang="en-US" altLang="ja-JP" sz="1800" dirty="0">
                    <a:latin typeface="UD Digi Kyokasho NK-R" panose="02020400000000000000" pitchFamily="18" charset="-128"/>
                    <a:ea typeface="UD Digi Kyokasho NK-R" panose="02020400000000000000" pitchFamily="18" charset="-128"/>
                  </a:rPr>
                  <a:t> </a:t>
                </a:r>
                <a:r>
                  <a:rPr kumimoji="1" lang="ja-JP" altLang="en-US" sz="1800">
                    <a:latin typeface="UD Digi Kyokasho NK-R" panose="02020400000000000000" pitchFamily="18" charset="-128"/>
                    <a:ea typeface="UD Digi Kyokasho NK-R" panose="02020400000000000000" pitchFamily="18" charset="-128"/>
                  </a:rPr>
                  <a:t>を求める　→ </a:t>
                </a:r>
                <a14:m>
                  <m:oMath xmlns:m="http://schemas.openxmlformats.org/officeDocument/2006/math">
                    <m:sSub>
                      <m:sSubPr>
                        <m:ctrlPr>
                          <a:rPr kumimoji="1" lang="en-US" altLang="ja-JP" sz="1800" i="1" dirty="0">
                            <a:latin typeface="Cambria Math" panose="02040503050406030204" pitchFamily="18" charset="0"/>
                            <a:ea typeface="Cambria Math" panose="02040503050406030204" pitchFamily="18" charset="0"/>
                          </a:rPr>
                        </m:ctrlPr>
                      </m:sSubPr>
                      <m:e>
                        <m:r>
                          <a:rPr kumimoji="1" lang="en-US" altLang="ja-JP" sz="1800" b="0" i="1" dirty="0" smtClean="0">
                            <a:latin typeface="Cambria Math" panose="02040503050406030204" pitchFamily="18" charset="0"/>
                            <a:ea typeface="Cambria Math" panose="02040503050406030204" pitchFamily="18" charset="0"/>
                          </a:rPr>
                          <m:t>𝑧</m:t>
                        </m:r>
                      </m:e>
                      <m:sub>
                        <m:r>
                          <a:rPr kumimoji="1" lang="en-US" altLang="ja-JP" sz="1800" b="0" i="1" dirty="0" smtClean="0">
                            <a:latin typeface="Cambria Math" panose="02040503050406030204" pitchFamily="18" charset="0"/>
                            <a:ea typeface="Cambria Math" panose="02040503050406030204" pitchFamily="18" charset="0"/>
                          </a:rPr>
                          <m:t>2</m:t>
                        </m:r>
                      </m:sub>
                    </m:sSub>
                  </m:oMath>
                </a14:m>
                <a:r>
                  <a:rPr kumimoji="1" lang="ja-JP" altLang="en-US" sz="1800">
                    <a:latin typeface="UD Digi Kyokasho NK-R" panose="02020400000000000000" pitchFamily="18" charset="-128"/>
                    <a:ea typeface="UD Digi Kyokasho NK-R" panose="02020400000000000000" pitchFamily="18" charset="-128"/>
                  </a:rPr>
                  <a:t>：第ニ主成分</a:t>
                </a:r>
                <a:endParaRPr kumimoji="1" lang="en-US" altLang="ja-JP" sz="1800" dirty="0">
                  <a:latin typeface="UD Digi Kyokasho NK-R" panose="02020400000000000000" pitchFamily="18" charset="-128"/>
                  <a:ea typeface="UD Digi Kyokasho NK-R" panose="02020400000000000000" pitchFamily="18" charset="-128"/>
                </a:endParaRPr>
              </a:p>
            </p:txBody>
          </p:sp>
        </mc:Choice>
        <mc:Fallback>
          <p:sp>
            <p:nvSpPr>
              <p:cNvPr id="6" name="テキスト ボックス 5">
                <a:extLst>
                  <a:ext uri="{FF2B5EF4-FFF2-40B4-BE49-F238E27FC236}">
                    <a16:creationId xmlns:a16="http://schemas.microsoft.com/office/drawing/2014/main" id="{1CC250A0-0CAF-3F00-4D8A-FDDB35C1D758}"/>
                  </a:ext>
                </a:extLst>
              </p:cNvPr>
              <p:cNvSpPr txBox="1">
                <a:spLocks noRot="1" noChangeAspect="1" noMove="1" noResize="1" noEditPoints="1" noAdjustHandles="1" noChangeArrowheads="1" noChangeShapeType="1" noTextEdit="1"/>
              </p:cNvSpPr>
              <p:nvPr/>
            </p:nvSpPr>
            <p:spPr>
              <a:xfrm>
                <a:off x="188260" y="4402505"/>
                <a:ext cx="5823857" cy="1408206"/>
              </a:xfrm>
              <a:prstGeom prst="rect">
                <a:avLst/>
              </a:prstGeom>
              <a:blipFill>
                <a:blip r:embed="rId5"/>
                <a:stretch>
                  <a:fillRect l="-870" t="-178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8" name="テキスト ボックス 7">
                <a:extLst>
                  <a:ext uri="{FF2B5EF4-FFF2-40B4-BE49-F238E27FC236}">
                    <a16:creationId xmlns:a16="http://schemas.microsoft.com/office/drawing/2014/main" id="{D0A4C14B-182D-B68F-FC69-8CD262AB7AF1}"/>
                  </a:ext>
                </a:extLst>
              </p:cNvPr>
              <p:cNvSpPr txBox="1"/>
              <p:nvPr/>
            </p:nvSpPr>
            <p:spPr>
              <a:xfrm>
                <a:off x="5436325" y="4912237"/>
                <a:ext cx="3707675" cy="999441"/>
              </a:xfrm>
              <a:prstGeom prst="rect">
                <a:avLst/>
              </a:prstGeom>
              <a:noFill/>
            </p:spPr>
            <p:txBody>
              <a:bodyPr wrap="square">
                <a:spAutoFit/>
              </a:bodyPr>
              <a:lstStyle/>
              <a:p>
                <a:pPr/>
                <a14:m>
                  <m:oMath xmlns:m="http://schemas.openxmlformats.org/officeDocument/2006/math">
                    <m:sSub>
                      <m:sSubPr>
                        <m:ctrlPr>
                          <a:rPr kumimoji="1" lang="en-US" altLang="ja-JP" i="1" dirty="0" smtClean="0">
                            <a:latin typeface="Cambria Math" panose="02040503050406030204" pitchFamily="18" charset="0"/>
                            <a:ea typeface="Cambria Math" panose="02040503050406030204" pitchFamily="18" charset="0"/>
                          </a:rPr>
                        </m:ctrlPr>
                      </m:sSubPr>
                      <m:e>
                        <m:r>
                          <a:rPr kumimoji="1" lang="en-US" altLang="ja-JP" i="1" dirty="0" smtClean="0">
                            <a:latin typeface="Cambria Math" panose="02040503050406030204" pitchFamily="18" charset="0"/>
                            <a:ea typeface="Cambria Math" panose="02040503050406030204" pitchFamily="18" charset="0"/>
                          </a:rPr>
                          <m:t>𝑧</m:t>
                        </m:r>
                      </m:e>
                      <m:sub>
                        <m:r>
                          <m:rPr>
                            <m:sty m:val="p"/>
                          </m:rPr>
                          <a:rPr kumimoji="1" lang="en-US" altLang="ja-JP" b="0" i="1" dirty="0" smtClean="0">
                            <a:latin typeface="Cambria Math" panose="02040503050406030204" pitchFamily="18" charset="0"/>
                            <a:ea typeface="Cambria Math" panose="02040503050406030204" pitchFamily="18" charset="0"/>
                          </a:rPr>
                          <m:t>j</m:t>
                        </m:r>
                      </m:sub>
                    </m:sSub>
                  </m:oMath>
                </a14:m>
                <a:r>
                  <a:rPr kumimoji="1" lang="en-US" altLang="ja-JP" sz="1800" b="0" dirty="0">
                    <a:latin typeface="UD Digi Kyokasho NK-R" panose="02020400000000000000" pitchFamily="18" charset="-128"/>
                    <a:ea typeface="UD Digi Kyokasho NK-R" panose="02020400000000000000" pitchFamily="18" charset="-128"/>
                  </a:rPr>
                  <a:t>	</a:t>
                </a:r>
                <a:r>
                  <a:rPr kumimoji="1" lang="ja-JP" altLang="en-US">
                    <a:latin typeface="UD Digi Kyokasho NK-R" panose="02020400000000000000" pitchFamily="18" charset="-128"/>
                    <a:ea typeface="UD Digi Kyokasho NK-R" panose="02020400000000000000" pitchFamily="18" charset="-128"/>
                  </a:rPr>
                  <a:t>：第 ｊ 主成分</a:t>
                </a:r>
                <a:endParaRPr kumimoji="1" lang="en-US" altLang="ja-JP" sz="1800" b="0" dirty="0">
                  <a:latin typeface="UD Digi Kyokasho NK-R" panose="02020400000000000000" pitchFamily="18" charset="-128"/>
                  <a:ea typeface="UD Digi Kyokasho NK-R" panose="02020400000000000000" pitchFamily="18" charset="-128"/>
                </a:endParaRPr>
              </a:p>
              <a:p>
                <a:pPr/>
                <a14:m>
                  <m:oMath xmlns:m="http://schemas.openxmlformats.org/officeDocument/2006/math">
                    <m:sSub>
                      <m:sSubPr>
                        <m:ctrlPr>
                          <a:rPr kumimoji="1" lang="en-US" altLang="ja-JP" sz="1800" b="0" i="1" smtClean="0">
                            <a:latin typeface="Cambria Math" panose="02040503050406030204" pitchFamily="18" charset="0"/>
                            <a:ea typeface="Cambria Math" panose="02040503050406030204" pitchFamily="18" charset="0"/>
                          </a:rPr>
                        </m:ctrlPr>
                      </m:sSubPr>
                      <m:e>
                        <m:r>
                          <a:rPr kumimoji="1" lang="en-US" altLang="ja-JP" sz="1800" b="0" i="1" smtClean="0">
                            <a:latin typeface="Cambria Math" panose="02040503050406030204" pitchFamily="18" charset="0"/>
                            <a:ea typeface="Cambria Math" panose="02040503050406030204" pitchFamily="18" charset="0"/>
                          </a:rPr>
                          <m:t>𝜔</m:t>
                        </m:r>
                      </m:e>
                      <m:sub>
                        <m:r>
                          <m:rPr>
                            <m:sty m:val="p"/>
                          </m:rPr>
                          <a:rPr kumimoji="1" lang="en-US" altLang="ja-JP" sz="1800" b="0" i="1" smtClean="0">
                            <a:latin typeface="Cambria Math" panose="02040503050406030204" pitchFamily="18" charset="0"/>
                            <a:ea typeface="Cambria Math" panose="02040503050406030204" pitchFamily="18" charset="0"/>
                          </a:rPr>
                          <m:t>ij</m:t>
                        </m:r>
                      </m:sub>
                    </m:sSub>
                  </m:oMath>
                </a14:m>
                <a:r>
                  <a:rPr lang="en-US" altLang="ja-JP" dirty="0">
                    <a:latin typeface="UD Digi Kyokasho NK-R" panose="02020400000000000000" pitchFamily="18" charset="-128"/>
                    <a:ea typeface="UD Digi Kyokasho NK-R" panose="02020400000000000000" pitchFamily="18" charset="-128"/>
                  </a:rPr>
                  <a:t>	</a:t>
                </a:r>
                <a:r>
                  <a:rPr lang="ja-JP" altLang="en-US">
                    <a:latin typeface="UD Digi Kyokasho NK-R" panose="02020400000000000000" pitchFamily="18" charset="-128"/>
                    <a:ea typeface="UD Digi Kyokasho NK-R" panose="02020400000000000000" pitchFamily="18" charset="-128"/>
                  </a:rPr>
                  <a:t>：</a:t>
                </a:r>
                <a:r>
                  <a:rPr kumimoji="1" lang="ja-JP" altLang="en-US">
                    <a:latin typeface="UD Digi Kyokasho NK-R" panose="02020400000000000000" pitchFamily="18" charset="-128"/>
                    <a:ea typeface="UD Digi Kyokasho NK-R" panose="02020400000000000000" pitchFamily="18" charset="-128"/>
                  </a:rPr>
                  <a:t>主成分負荷量（ローディング）</a:t>
                </a:r>
                <a:endParaRPr kumimoji="1" lang="en-US" altLang="ja-JP" dirty="0">
                  <a:latin typeface="UD Digi Kyokasho NK-R" panose="02020400000000000000" pitchFamily="18" charset="-128"/>
                  <a:ea typeface="UD Digi Kyokasho NK-R" panose="02020400000000000000" pitchFamily="18" charset="-128"/>
                </a:endParaRPr>
              </a:p>
              <a:p>
                <a:pPr/>
                <a14:m>
                  <m:oMath xmlns:m="http://schemas.openxmlformats.org/officeDocument/2006/math">
                    <m:sSub>
                      <m:sSubPr>
                        <m:ctrlPr>
                          <a:rPr kumimoji="1" lang="en-US" altLang="ja-JP" i="1">
                            <a:latin typeface="Cambria Math" panose="02040503050406030204" pitchFamily="18" charset="0"/>
                            <a:ea typeface="Cambria Math" panose="02040503050406030204" pitchFamily="18" charset="0"/>
                          </a:rPr>
                        </m:ctrlPr>
                      </m:sSubPr>
                      <m:e>
                        <m:r>
                          <a:rPr kumimoji="1" lang="en-US" altLang="ja-JP" i="1">
                            <a:latin typeface="Cambria Math" panose="02040503050406030204" pitchFamily="18" charset="0"/>
                            <a:ea typeface="Cambria Math" panose="02040503050406030204" pitchFamily="18" charset="0"/>
                          </a:rPr>
                          <m:t>𝑥</m:t>
                        </m:r>
                      </m:e>
                      <m:sub>
                        <m:r>
                          <m:rPr>
                            <m:sty m:val="p"/>
                          </m:rPr>
                          <a:rPr kumimoji="1" lang="en-US" altLang="ja-JP" b="0" i="1" smtClean="0">
                            <a:latin typeface="Cambria Math" panose="02040503050406030204" pitchFamily="18" charset="0"/>
                            <a:ea typeface="Cambria Math" panose="02040503050406030204" pitchFamily="18" charset="0"/>
                          </a:rPr>
                          <m:t>i</m:t>
                        </m:r>
                      </m:sub>
                    </m:sSub>
                  </m:oMath>
                </a14:m>
                <a:r>
                  <a:rPr kumimoji="1" lang="en-US" altLang="ja-JP" dirty="0">
                    <a:latin typeface="UD Digi Kyokasho NK-R" panose="02020400000000000000" pitchFamily="18" charset="-128"/>
                    <a:ea typeface="UD Digi Kyokasho NK-R" panose="02020400000000000000" pitchFamily="18" charset="-128"/>
                  </a:rPr>
                  <a:t>	</a:t>
                </a:r>
                <a:r>
                  <a:rPr kumimoji="1" lang="ja-JP" altLang="en-US">
                    <a:latin typeface="UD Digi Kyokasho NK-R" panose="02020400000000000000" pitchFamily="18" charset="-128"/>
                    <a:ea typeface="UD Digi Kyokasho NK-R" panose="02020400000000000000" pitchFamily="18" charset="-128"/>
                  </a:rPr>
                  <a:t>：特徴量</a:t>
                </a:r>
                <a:endParaRPr kumimoji="1" lang="en-US" altLang="ja-JP" dirty="0">
                  <a:latin typeface="UD Digi Kyokasho NK-R" panose="02020400000000000000" pitchFamily="18" charset="-128"/>
                  <a:ea typeface="UD Digi Kyokasho NK-R" panose="02020400000000000000" pitchFamily="18" charset="-128"/>
                </a:endParaRPr>
              </a:p>
            </p:txBody>
          </p:sp>
        </mc:Choice>
        <mc:Fallback>
          <p:sp>
            <p:nvSpPr>
              <p:cNvPr id="8" name="テキスト ボックス 7">
                <a:extLst>
                  <a:ext uri="{FF2B5EF4-FFF2-40B4-BE49-F238E27FC236}">
                    <a16:creationId xmlns:a16="http://schemas.microsoft.com/office/drawing/2014/main" id="{D0A4C14B-182D-B68F-FC69-8CD262AB7AF1}"/>
                  </a:ext>
                </a:extLst>
              </p:cNvPr>
              <p:cNvSpPr txBox="1">
                <a:spLocks noRot="1" noChangeAspect="1" noMove="1" noResize="1" noEditPoints="1" noAdjustHandles="1" noChangeArrowheads="1" noChangeShapeType="1" noTextEdit="1"/>
              </p:cNvSpPr>
              <p:nvPr/>
            </p:nvSpPr>
            <p:spPr>
              <a:xfrm>
                <a:off x="5436325" y="4912237"/>
                <a:ext cx="3707675" cy="999441"/>
              </a:xfrm>
              <a:prstGeom prst="rect">
                <a:avLst/>
              </a:prstGeom>
              <a:blipFill>
                <a:blip r:embed="rId6"/>
                <a:stretch>
                  <a:fillRect t="-1250" b="-6250"/>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150475D8-3A3C-ECE5-7892-DE6302404BF7}"/>
              </a:ext>
            </a:extLst>
          </p:cNvPr>
          <p:cNvSpPr txBox="1"/>
          <p:nvPr/>
        </p:nvSpPr>
        <p:spPr>
          <a:xfrm>
            <a:off x="188260" y="5909318"/>
            <a:ext cx="7886699" cy="369332"/>
          </a:xfrm>
          <a:prstGeom prst="rect">
            <a:avLst/>
          </a:prstGeom>
          <a:noFill/>
        </p:spPr>
        <p:txBody>
          <a:bodyPr wrap="square">
            <a:spAutoFit/>
          </a:bodyPr>
          <a:lstStyle/>
          <a:p>
            <a:pPr/>
            <a:r>
              <a:rPr kumimoji="1" lang="ja-JP" altLang="en-US">
                <a:latin typeface="UD Digi Kyokasho NK-R" panose="02020400000000000000" pitchFamily="18" charset="-128"/>
                <a:ea typeface="UD Digi Kyokasho NK-R" panose="02020400000000000000" pitchFamily="18" charset="-128"/>
              </a:rPr>
              <a:t>条件付き最大化問題はラグランジュの未定乗数法で解く</a:t>
            </a:r>
            <a:endParaRPr kumimoji="1" lang="en-US" altLang="ja-JP" dirty="0">
              <a:latin typeface="UD Digi Kyokasho NK-R" panose="02020400000000000000" pitchFamily="18" charset="-128"/>
              <a:ea typeface="UD Digi Kyokasho NK-R" panose="02020400000000000000" pitchFamily="18" charset="-128"/>
            </a:endParaRPr>
          </a:p>
        </p:txBody>
      </p:sp>
      <mc:AlternateContent xmlns:mc="http://schemas.openxmlformats.org/markup-compatibility/2006">
        <mc:Choice xmlns:a14="http://schemas.microsoft.com/office/drawing/2010/main" Requires="a14">
          <p:sp>
            <p:nvSpPr>
              <p:cNvPr id="13" name="テキスト ボックス 12">
                <a:extLst>
                  <a:ext uri="{FF2B5EF4-FFF2-40B4-BE49-F238E27FC236}">
                    <a16:creationId xmlns:a16="http://schemas.microsoft.com/office/drawing/2014/main" id="{F6B12CCE-E399-8E86-6C30-41ACD15B32FB}"/>
                  </a:ext>
                </a:extLst>
              </p:cNvPr>
              <p:cNvSpPr txBox="1"/>
              <p:nvPr/>
            </p:nvSpPr>
            <p:spPr>
              <a:xfrm>
                <a:off x="188260" y="999157"/>
                <a:ext cx="6442341" cy="764697"/>
              </a:xfrm>
              <a:prstGeom prst="rect">
                <a:avLst/>
              </a:prstGeom>
              <a:noFill/>
            </p:spPr>
            <p:txBody>
              <a:bodyPr wrap="none" rtlCol="0">
                <a:spAutoFit/>
              </a:bodyPr>
              <a:lstStyle/>
              <a:p>
                <a:r>
                  <a:rPr lang="ja-JP" altLang="ja-JP" sz="2000">
                    <a:latin typeface="UD Digi Kyokasho NK-R" panose="02020400000000000000" pitchFamily="18" charset="-128"/>
                    <a:ea typeface="UD Digi Kyokasho NK-R" panose="02020400000000000000" pitchFamily="18" charset="-128"/>
                  </a:rPr>
                  <a:t>情報の損失量を最小限に抑えながら主成分</a:t>
                </a:r>
                <a14:m>
                  <m:oMath xmlns:m="http://schemas.openxmlformats.org/officeDocument/2006/math">
                    <m:sSub>
                      <m:sSubPr>
                        <m:ctrlPr>
                          <a:rPr kumimoji="1" lang="en-US" altLang="ja-JP" sz="2000" i="1" dirty="0">
                            <a:latin typeface="Cambria Math" panose="02040503050406030204" pitchFamily="18" charset="0"/>
                            <a:ea typeface="Cambria Math" panose="02040503050406030204" pitchFamily="18" charset="0"/>
                          </a:rPr>
                        </m:ctrlPr>
                      </m:sSubPr>
                      <m:e>
                        <m:r>
                          <a:rPr kumimoji="1" lang="en-US" altLang="ja-JP" sz="2000" i="1" dirty="0">
                            <a:latin typeface="Cambria Math" panose="02040503050406030204" pitchFamily="18" charset="0"/>
                            <a:ea typeface="Cambria Math" panose="02040503050406030204" pitchFamily="18" charset="0"/>
                          </a:rPr>
                          <m:t>𝑧</m:t>
                        </m:r>
                      </m:e>
                      <m:sub>
                        <m:r>
                          <m:rPr>
                            <m:sty m:val="p"/>
                          </m:rPr>
                          <a:rPr kumimoji="1" lang="en-US" altLang="ja-JP" sz="2000" i="1" dirty="0">
                            <a:latin typeface="Cambria Math" panose="02040503050406030204" pitchFamily="18" charset="0"/>
                            <a:ea typeface="Cambria Math" panose="02040503050406030204" pitchFamily="18" charset="0"/>
                          </a:rPr>
                          <m:t>j</m:t>
                        </m:r>
                      </m:sub>
                    </m:sSub>
                  </m:oMath>
                </a14:m>
                <a:r>
                  <a:rPr lang="ja-JP" altLang="ja-JP" sz="2000">
                    <a:latin typeface="UD Digi Kyokasho NK-R" panose="02020400000000000000" pitchFamily="18" charset="-128"/>
                    <a:ea typeface="UD Digi Kyokasho NK-R" panose="02020400000000000000" pitchFamily="18" charset="-128"/>
                  </a:rPr>
                  <a:t>を定めること</a:t>
                </a:r>
                <a:endParaRPr lang="en-US" altLang="ja-JP" sz="2000" dirty="0">
                  <a:latin typeface="UD Digi Kyokasho NK-R" panose="02020400000000000000" pitchFamily="18" charset="-128"/>
                  <a:ea typeface="UD Digi Kyokasho NK-R" panose="02020400000000000000" pitchFamily="18" charset="-128"/>
                </a:endParaRPr>
              </a:p>
              <a:p>
                <a:r>
                  <a:rPr lang="ja-JP" altLang="en-US" sz="2000">
                    <a:latin typeface="UD Digi Kyokasho NK-R" panose="02020400000000000000" pitchFamily="18" charset="-128"/>
                    <a:ea typeface="UD Digi Kyokasho NK-R" panose="02020400000000000000" pitchFamily="18" charset="-128"/>
                  </a:rPr>
                  <a:t>具体的には、</a:t>
                </a:r>
                <a14:m>
                  <m:oMath xmlns:m="http://schemas.openxmlformats.org/officeDocument/2006/math">
                    <m:sSub>
                      <m:sSubPr>
                        <m:ctrlPr>
                          <a:rPr kumimoji="1" lang="en-US" altLang="ja-JP" sz="2000" i="1" u="sng" dirty="0" smtClean="0">
                            <a:solidFill>
                              <a:srgbClr val="C00000"/>
                            </a:solidFill>
                            <a:latin typeface="Cambria Math" panose="02040503050406030204" pitchFamily="18" charset="0"/>
                            <a:ea typeface="Cambria Math" panose="02040503050406030204" pitchFamily="18" charset="0"/>
                          </a:rPr>
                        </m:ctrlPr>
                      </m:sSubPr>
                      <m:e>
                        <m:r>
                          <a:rPr kumimoji="1" lang="en-US" altLang="ja-JP" sz="2000" i="1" u="sng" dirty="0">
                            <a:solidFill>
                              <a:srgbClr val="C00000"/>
                            </a:solidFill>
                            <a:latin typeface="Cambria Math" panose="02040503050406030204" pitchFamily="18" charset="0"/>
                            <a:ea typeface="Cambria Math" panose="02040503050406030204" pitchFamily="18" charset="0"/>
                          </a:rPr>
                          <m:t>𝑧</m:t>
                        </m:r>
                      </m:e>
                      <m:sub>
                        <m:r>
                          <m:rPr>
                            <m:sty m:val="p"/>
                          </m:rPr>
                          <a:rPr kumimoji="1" lang="en-US" altLang="ja-JP" sz="2000" i="1" u="sng" dirty="0">
                            <a:solidFill>
                              <a:srgbClr val="C00000"/>
                            </a:solidFill>
                            <a:latin typeface="Cambria Math" panose="02040503050406030204" pitchFamily="18" charset="0"/>
                            <a:ea typeface="Cambria Math" panose="02040503050406030204" pitchFamily="18" charset="0"/>
                          </a:rPr>
                          <m:t>j</m:t>
                        </m:r>
                      </m:sub>
                    </m:sSub>
                  </m:oMath>
                </a14:m>
                <a:r>
                  <a:rPr lang="ja-JP" altLang="ja-JP" sz="2000" u="sng">
                    <a:solidFill>
                      <a:srgbClr val="C00000"/>
                    </a:solidFill>
                    <a:latin typeface="UD Digi Kyokasho NK-R" panose="02020400000000000000" pitchFamily="18" charset="-128"/>
                    <a:ea typeface="UD Digi Kyokasho NK-R" panose="02020400000000000000" pitchFamily="18" charset="-128"/>
                  </a:rPr>
                  <a:t>の分散を最大化する</a:t>
                </a:r>
                <a:r>
                  <a:rPr lang="ja-JP" altLang="en-US" sz="2000" u="sng">
                    <a:solidFill>
                      <a:srgbClr val="C00000"/>
                    </a:solidFill>
                    <a:latin typeface="UD Digi Kyokasho NK-R" panose="02020400000000000000" pitchFamily="18" charset="-128"/>
                    <a:ea typeface="UD Digi Kyokasho NK-R" panose="02020400000000000000" pitchFamily="18" charset="-128"/>
                  </a:rPr>
                  <a:t>こと</a:t>
                </a:r>
                <a:endParaRPr kumimoji="1" lang="ja-JP" altLang="en-US" sz="2400" u="sng">
                  <a:latin typeface="UD Digi Kyokasho NK-R" panose="02020400000000000000" pitchFamily="18" charset="-128"/>
                  <a:ea typeface="UD Digi Kyokasho NK-R" panose="02020400000000000000" pitchFamily="18" charset="-128"/>
                </a:endParaRPr>
              </a:p>
            </p:txBody>
          </p:sp>
        </mc:Choice>
        <mc:Fallback>
          <p:sp>
            <p:nvSpPr>
              <p:cNvPr id="13" name="テキスト ボックス 12">
                <a:extLst>
                  <a:ext uri="{FF2B5EF4-FFF2-40B4-BE49-F238E27FC236}">
                    <a16:creationId xmlns:a16="http://schemas.microsoft.com/office/drawing/2014/main" id="{F6B12CCE-E399-8E86-6C30-41ACD15B32FB}"/>
                  </a:ext>
                </a:extLst>
              </p:cNvPr>
              <p:cNvSpPr txBox="1">
                <a:spLocks noRot="1" noChangeAspect="1" noMove="1" noResize="1" noEditPoints="1" noAdjustHandles="1" noChangeArrowheads="1" noChangeShapeType="1" noTextEdit="1"/>
              </p:cNvSpPr>
              <p:nvPr/>
            </p:nvSpPr>
            <p:spPr>
              <a:xfrm>
                <a:off x="188260" y="999157"/>
                <a:ext cx="6442341" cy="764697"/>
              </a:xfrm>
              <a:prstGeom prst="rect">
                <a:avLst/>
              </a:prstGeom>
              <a:blipFill>
                <a:blip r:embed="rId7"/>
                <a:stretch>
                  <a:fillRect l="-982" t="-3279" b="-11475"/>
                </a:stretch>
              </a:blipFill>
            </p:spPr>
            <p:txBody>
              <a:bodyPr/>
              <a:lstStyle/>
              <a:p>
                <a:r>
                  <a:rPr lang="ja-JP" altLang="en-US">
                    <a:noFill/>
                  </a:rPr>
                  <a:t> </a:t>
                </a:r>
              </a:p>
            </p:txBody>
          </p:sp>
        </mc:Fallback>
      </mc:AlternateContent>
      <p:pic>
        <p:nvPicPr>
          <p:cNvPr id="18" name="図 17">
            <a:extLst>
              <a:ext uri="{FF2B5EF4-FFF2-40B4-BE49-F238E27FC236}">
                <a16:creationId xmlns:a16="http://schemas.microsoft.com/office/drawing/2014/main" id="{385A949C-74D0-7F5C-FAF3-04CC0AF4F085}"/>
              </a:ext>
            </a:extLst>
          </p:cNvPr>
          <p:cNvPicPr>
            <a:picLocks noChangeAspect="1"/>
          </p:cNvPicPr>
          <p:nvPr/>
        </p:nvPicPr>
        <p:blipFill>
          <a:blip r:embed="rId8"/>
          <a:stretch>
            <a:fillRect/>
          </a:stretch>
        </p:blipFill>
        <p:spPr>
          <a:xfrm>
            <a:off x="5270664" y="1497697"/>
            <a:ext cx="3650348" cy="2916000"/>
          </a:xfrm>
          <a:prstGeom prst="rect">
            <a:avLst/>
          </a:prstGeom>
        </p:spPr>
      </p:pic>
      <mc:AlternateContent xmlns:mc="http://schemas.openxmlformats.org/markup-compatibility/2006">
        <mc:Choice xmlns:a14="http://schemas.microsoft.com/office/drawing/2010/main" Requires="a14">
          <p:sp>
            <p:nvSpPr>
              <p:cNvPr id="20" name="テキスト ボックス 19">
                <a:extLst>
                  <a:ext uri="{FF2B5EF4-FFF2-40B4-BE49-F238E27FC236}">
                    <a16:creationId xmlns:a16="http://schemas.microsoft.com/office/drawing/2014/main" id="{D009EA7C-7DE7-70FF-B2BE-20BF3A16ED86}"/>
                  </a:ext>
                </a:extLst>
              </p:cNvPr>
              <p:cNvSpPr txBox="1"/>
              <p:nvPr/>
            </p:nvSpPr>
            <p:spPr>
              <a:xfrm>
                <a:off x="1508116" y="1701414"/>
                <a:ext cx="1592072" cy="8793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ja-JP" sz="1800" i="1" dirty="0" smtClean="0">
                              <a:latin typeface="Cambria Math" panose="02040503050406030204" pitchFamily="18" charset="0"/>
                              <a:ea typeface="Cambria Math" panose="02040503050406030204" pitchFamily="18" charset="0"/>
                            </a:rPr>
                          </m:ctrlPr>
                        </m:sSubPr>
                        <m:e>
                          <m:r>
                            <a:rPr kumimoji="1" lang="en-US" altLang="ja-JP" sz="1800" b="0" i="1" dirty="0" smtClean="0">
                              <a:latin typeface="Cambria Math" panose="02040503050406030204" pitchFamily="18" charset="0"/>
                              <a:ea typeface="Cambria Math" panose="02040503050406030204" pitchFamily="18" charset="0"/>
                            </a:rPr>
                            <m:t>𝑧</m:t>
                          </m:r>
                        </m:e>
                        <m:sub>
                          <m:r>
                            <m:rPr>
                              <m:sty m:val="p"/>
                            </m:rPr>
                            <a:rPr kumimoji="1" lang="en-US" altLang="ja-JP" sz="1800" b="0" i="1" dirty="0" smtClean="0">
                              <a:latin typeface="Cambria Math" panose="02040503050406030204" pitchFamily="18" charset="0"/>
                              <a:ea typeface="Cambria Math" panose="02040503050406030204" pitchFamily="18" charset="0"/>
                            </a:rPr>
                            <m:t>j</m:t>
                          </m:r>
                        </m:sub>
                      </m:sSub>
                      <m:r>
                        <a:rPr kumimoji="1" lang="en-US" altLang="ja-JP" sz="1800" b="0" i="0" dirty="0" smtClean="0">
                          <a:latin typeface="Cambria Math" panose="02040503050406030204" pitchFamily="18" charset="0"/>
                          <a:ea typeface="Cambria Math" panose="02040503050406030204" pitchFamily="18" charset="0"/>
                        </a:rPr>
                        <m:t>= </m:t>
                      </m:r>
                      <m:nary>
                        <m:naryPr>
                          <m:chr m:val="∑"/>
                          <m:ctrlPr>
                            <a:rPr kumimoji="1" lang="en-US" altLang="ja-JP" sz="1800" b="0" i="1" dirty="0" smtClean="0">
                              <a:latin typeface="Cambria Math" panose="02040503050406030204" pitchFamily="18" charset="0"/>
                              <a:ea typeface="Cambria Math" panose="02040503050406030204" pitchFamily="18" charset="0"/>
                            </a:rPr>
                          </m:ctrlPr>
                        </m:naryPr>
                        <m:sub>
                          <m:r>
                            <m:rPr>
                              <m:sty m:val="p"/>
                              <m:brk m:alnAt="23"/>
                            </m:rPr>
                            <a:rPr kumimoji="1" lang="en-US" altLang="ja-JP" sz="1800" b="0" i="1" dirty="0" smtClean="0">
                              <a:latin typeface="Cambria Math" panose="02040503050406030204" pitchFamily="18" charset="0"/>
                              <a:ea typeface="Cambria Math" panose="02040503050406030204" pitchFamily="18" charset="0"/>
                            </a:rPr>
                            <m:t>i</m:t>
                          </m:r>
                          <m:r>
                            <a:rPr kumimoji="1" lang="en-US" altLang="ja-JP" sz="1800" b="0" i="1" dirty="0" smtClean="0">
                              <a:latin typeface="Cambria Math" panose="02040503050406030204" pitchFamily="18" charset="0"/>
                              <a:ea typeface="Cambria Math" panose="02040503050406030204" pitchFamily="18" charset="0"/>
                            </a:rPr>
                            <m:t>=1</m:t>
                          </m:r>
                        </m:sub>
                        <m:sup>
                          <m:r>
                            <m:rPr>
                              <m:sty m:val="p"/>
                            </m:rPr>
                            <a:rPr kumimoji="1" lang="en-US" altLang="ja-JP" sz="1800" b="0" i="1" dirty="0" smtClean="0">
                              <a:latin typeface="Cambria Math" panose="02040503050406030204" pitchFamily="18" charset="0"/>
                              <a:ea typeface="Cambria Math" panose="02040503050406030204" pitchFamily="18" charset="0"/>
                            </a:rPr>
                            <m:t>i</m:t>
                          </m:r>
                        </m:sup>
                        <m:e>
                          <m:sSub>
                            <m:sSubPr>
                              <m:ctrlPr>
                                <a:rPr kumimoji="1" lang="en-US" altLang="ja-JP" i="1" dirty="0">
                                  <a:latin typeface="Cambria Math" panose="02040503050406030204" pitchFamily="18" charset="0"/>
                                  <a:ea typeface="Cambria Math" panose="02040503050406030204" pitchFamily="18" charset="0"/>
                                </a:rPr>
                              </m:ctrlPr>
                            </m:sSubPr>
                            <m:e>
                              <m:r>
                                <a:rPr kumimoji="1" lang="en-US" altLang="ja-JP" i="1">
                                  <a:latin typeface="Cambria Math" panose="02040503050406030204" pitchFamily="18" charset="0"/>
                                  <a:ea typeface="Cambria Math" panose="02040503050406030204" pitchFamily="18" charset="0"/>
                                </a:rPr>
                                <m:t>𝜔</m:t>
                              </m:r>
                            </m:e>
                            <m:sub>
                              <m:r>
                                <m:rPr>
                                  <m:sty m:val="p"/>
                                </m:rPr>
                                <a:rPr kumimoji="1" lang="en-US" altLang="ja-JP" i="1">
                                  <a:latin typeface="Cambria Math" panose="02040503050406030204" pitchFamily="18" charset="0"/>
                                  <a:ea typeface="Cambria Math" panose="02040503050406030204" pitchFamily="18" charset="0"/>
                                </a:rPr>
                                <m:t>ij</m:t>
                              </m:r>
                            </m:sub>
                          </m:sSub>
                          <m:sSub>
                            <m:sSubPr>
                              <m:ctrlPr>
                                <a:rPr kumimoji="1" lang="en-US" altLang="ja-JP" i="1">
                                  <a:latin typeface="Cambria Math" panose="02040503050406030204" pitchFamily="18" charset="0"/>
                                  <a:ea typeface="Cambria Math" panose="02040503050406030204" pitchFamily="18" charset="0"/>
                                </a:rPr>
                              </m:ctrlPr>
                            </m:sSubPr>
                            <m:e>
                              <m:r>
                                <a:rPr kumimoji="1" lang="en-US" altLang="ja-JP" i="1">
                                  <a:latin typeface="Cambria Math" panose="02040503050406030204" pitchFamily="18" charset="0"/>
                                  <a:ea typeface="Cambria Math" panose="02040503050406030204" pitchFamily="18" charset="0"/>
                                </a:rPr>
                                <m:t>𝑥</m:t>
                              </m:r>
                            </m:e>
                            <m:sub>
                              <m:r>
                                <m:rPr>
                                  <m:sty m:val="p"/>
                                </m:rPr>
                                <a:rPr kumimoji="1" lang="en-US" altLang="ja-JP" b="0" i="1" smtClean="0">
                                  <a:latin typeface="Cambria Math" panose="02040503050406030204" pitchFamily="18" charset="0"/>
                                  <a:ea typeface="Cambria Math" panose="02040503050406030204" pitchFamily="18" charset="0"/>
                                </a:rPr>
                                <m:t>i</m:t>
                              </m:r>
                            </m:sub>
                          </m:sSub>
                        </m:e>
                      </m:nary>
                    </m:oMath>
                  </m:oMathPara>
                </a14:m>
                <a:endParaRPr lang="ja-JP" altLang="en-US"/>
              </a:p>
            </p:txBody>
          </p:sp>
        </mc:Choice>
        <mc:Fallback>
          <p:sp>
            <p:nvSpPr>
              <p:cNvPr id="20" name="テキスト ボックス 19">
                <a:extLst>
                  <a:ext uri="{FF2B5EF4-FFF2-40B4-BE49-F238E27FC236}">
                    <a16:creationId xmlns:a16="http://schemas.microsoft.com/office/drawing/2014/main" id="{D009EA7C-7DE7-70FF-B2BE-20BF3A16ED86}"/>
                  </a:ext>
                </a:extLst>
              </p:cNvPr>
              <p:cNvSpPr txBox="1">
                <a:spLocks noRot="1" noChangeAspect="1" noMove="1" noResize="1" noEditPoints="1" noAdjustHandles="1" noChangeArrowheads="1" noChangeShapeType="1" noTextEdit="1"/>
              </p:cNvSpPr>
              <p:nvPr/>
            </p:nvSpPr>
            <p:spPr>
              <a:xfrm>
                <a:off x="1508116" y="1701414"/>
                <a:ext cx="1592072" cy="879343"/>
              </a:xfrm>
              <a:prstGeom prst="rect">
                <a:avLst/>
              </a:prstGeom>
              <a:blipFill>
                <a:blip r:embed="rId9"/>
                <a:stretch>
                  <a:fillRect l="-13386" t="-91549" b="-145070"/>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1764429A-4147-A225-606A-48D1702F72D9}"/>
              </a:ext>
            </a:extLst>
          </p:cNvPr>
          <p:cNvSpPr txBox="1"/>
          <p:nvPr/>
        </p:nvSpPr>
        <p:spPr>
          <a:xfrm>
            <a:off x="179637" y="2614722"/>
            <a:ext cx="2650084" cy="400110"/>
          </a:xfrm>
          <a:prstGeom prst="rect">
            <a:avLst/>
          </a:prstGeom>
          <a:noFill/>
        </p:spPr>
        <p:txBody>
          <a:bodyPr wrap="none" rtlCol="0">
            <a:spAutoFit/>
          </a:bodyPr>
          <a:lstStyle/>
          <a:p>
            <a:pPr algn="l"/>
            <a:r>
              <a:rPr kumimoji="1" lang="ja-JP" altLang="en-US" sz="2000">
                <a:latin typeface="UD Digi Kyokasho NK-R" panose="02020400000000000000" pitchFamily="18" charset="-128"/>
                <a:ea typeface="UD Digi Kyokasho NK-R" panose="02020400000000000000" pitchFamily="18" charset="-128"/>
              </a:rPr>
              <a:t>特徴量が２次元の場合</a:t>
            </a:r>
          </a:p>
        </p:txBody>
      </p:sp>
    </p:spTree>
    <p:extLst>
      <p:ext uri="{BB962C8B-B14F-4D97-AF65-F5344CB8AC3E}">
        <p14:creationId xmlns:p14="http://schemas.microsoft.com/office/powerpoint/2010/main" val="1053198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13" name="Shape 7">
            <a:extLst>
              <a:ext uri="{FF2B5EF4-FFF2-40B4-BE49-F238E27FC236}">
                <a16:creationId xmlns:a16="http://schemas.microsoft.com/office/drawing/2014/main" id="{E7141B9B-5814-056A-B58E-1CEF02B7F865}"/>
              </a:ext>
            </a:extLst>
          </p:cNvPr>
          <p:cNvSpPr/>
          <p:nvPr/>
        </p:nvSpPr>
        <p:spPr>
          <a:xfrm>
            <a:off x="4572000" y="1313820"/>
            <a:ext cx="4450944" cy="3528000"/>
          </a:xfrm>
          <a:prstGeom prst="roundRect">
            <a:avLst>
              <a:gd name="adj" fmla="val 1579"/>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350">
              <a:latin typeface="UD Digi Kyokasho NK-R" panose="02020400000000000000" pitchFamily="18" charset="-128"/>
              <a:ea typeface="UD Digi Kyokasho NK-R" panose="02020400000000000000" pitchFamily="18" charset="-128"/>
            </a:endParaRPr>
          </a:p>
        </p:txBody>
      </p:sp>
      <p:sp>
        <p:nvSpPr>
          <p:cNvPr id="12" name="Shape 5">
            <a:extLst>
              <a:ext uri="{FF2B5EF4-FFF2-40B4-BE49-F238E27FC236}">
                <a16:creationId xmlns:a16="http://schemas.microsoft.com/office/drawing/2014/main" id="{1C090791-1FB4-9F3F-79AC-81A669A6774D}"/>
              </a:ext>
            </a:extLst>
          </p:cNvPr>
          <p:cNvSpPr>
            <a:spLocks/>
          </p:cNvSpPr>
          <p:nvPr/>
        </p:nvSpPr>
        <p:spPr>
          <a:xfrm>
            <a:off x="76796" y="1313820"/>
            <a:ext cx="4428000" cy="3528000"/>
          </a:xfrm>
          <a:prstGeom prst="roundRect">
            <a:avLst>
              <a:gd name="adj" fmla="val 1519"/>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350">
              <a:latin typeface="UD Digi Kyokasho NK-R" panose="02020400000000000000" pitchFamily="18" charset="-128"/>
              <a:ea typeface="UD Digi Kyokasho NK-R" panose="02020400000000000000" pitchFamily="18" charset="-128"/>
            </a:endParaRPr>
          </a:p>
        </p:txBody>
      </p:sp>
      <p:sp>
        <p:nvSpPr>
          <p:cNvPr id="5" name="Text 3"/>
          <p:cNvSpPr/>
          <p:nvPr/>
        </p:nvSpPr>
        <p:spPr>
          <a:xfrm>
            <a:off x="121056" y="1355995"/>
            <a:ext cx="3840480" cy="274320"/>
          </a:xfrm>
          <a:prstGeom prst="rect">
            <a:avLst/>
          </a:prstGeom>
          <a:noFill/>
          <a:ln/>
        </p:spPr>
        <p:txBody>
          <a:bodyPr wrap="square" lIns="0" tIns="0" rIns="0" bIns="0" rtlCol="0" anchor="ctr"/>
          <a:lstStyle/>
          <a:p>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PC1 vs PC2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スコア散布図</a:t>
            </a:r>
            <a:endParaRPr lang="ja-JP" altLang="en-US" sz="2000" dirty="0">
              <a:latin typeface="UD Digi Kyokasho NK-R" panose="02020400000000000000" pitchFamily="18" charset="-128"/>
              <a:ea typeface="UD Digi Kyokasho NK-R" panose="02020400000000000000" pitchFamily="18" charset="-128"/>
            </a:endParaRPr>
          </a:p>
        </p:txBody>
      </p:sp>
      <p:pic>
        <p:nvPicPr>
          <p:cNvPr id="6" name="Image 0" descr="figs/cell2_1.png"/>
          <p:cNvPicPr>
            <a:picLocks noChangeAspect="1"/>
          </p:cNvPicPr>
          <p:nvPr/>
        </p:nvPicPr>
        <p:blipFill>
          <a:blip r:embed="rId3"/>
          <a:stretch>
            <a:fillRect/>
          </a:stretch>
        </p:blipFill>
        <p:spPr>
          <a:xfrm>
            <a:off x="76796" y="1672490"/>
            <a:ext cx="4308383" cy="3024000"/>
          </a:xfrm>
          <a:prstGeom prst="rect">
            <a:avLst/>
          </a:prstGeom>
        </p:spPr>
      </p:pic>
      <p:sp>
        <p:nvSpPr>
          <p:cNvPr id="8" name="Text 5"/>
          <p:cNvSpPr/>
          <p:nvPr/>
        </p:nvSpPr>
        <p:spPr>
          <a:xfrm>
            <a:off x="4629150" y="1355995"/>
            <a:ext cx="3840480" cy="274320"/>
          </a:xfrm>
          <a:prstGeom prst="rect">
            <a:avLst/>
          </a:prstGeom>
          <a:noFill/>
          <a:ln/>
        </p:spPr>
        <p:txBody>
          <a:bodyPr wrap="square" lIns="0" tIns="0" rIns="0" bIns="0" rtlCol="0" anchor="ctr"/>
          <a:lstStyle/>
          <a:p>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寄与率 </a:t>
            </a:r>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vs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累積寄与率</a:t>
            </a:r>
            <a:endParaRPr lang="ja-JP" altLang="en-US" sz="2000" dirty="0">
              <a:latin typeface="UD Digi Kyokasho NK-R" panose="02020400000000000000" pitchFamily="18" charset="-128"/>
              <a:ea typeface="UD Digi Kyokasho NK-R" panose="02020400000000000000" pitchFamily="18" charset="-128"/>
            </a:endParaRPr>
          </a:p>
        </p:txBody>
      </p:sp>
      <p:pic>
        <p:nvPicPr>
          <p:cNvPr id="9" name="Image 1" descr="figs/cell2_2.png"/>
          <p:cNvPicPr>
            <a:picLocks noChangeAspect="1"/>
          </p:cNvPicPr>
          <p:nvPr/>
        </p:nvPicPr>
        <p:blipFill>
          <a:blip r:embed="rId4"/>
          <a:stretch>
            <a:fillRect/>
          </a:stretch>
        </p:blipFill>
        <p:spPr>
          <a:xfrm>
            <a:off x="4643280" y="1672490"/>
            <a:ext cx="4308383" cy="3024000"/>
          </a:xfrm>
          <a:prstGeom prst="rect">
            <a:avLst/>
          </a:prstGeom>
        </p:spPr>
      </p:pic>
      <p:sp>
        <p:nvSpPr>
          <p:cNvPr id="10" name="Text 6"/>
          <p:cNvSpPr/>
          <p:nvPr/>
        </p:nvSpPr>
        <p:spPr>
          <a:xfrm>
            <a:off x="480060" y="5055160"/>
            <a:ext cx="8298180" cy="770975"/>
          </a:xfrm>
          <a:prstGeom prst="rect">
            <a:avLst/>
          </a:prstGeom>
          <a:noFill/>
          <a:ln/>
        </p:spPr>
        <p:txBody>
          <a:bodyPr wrap="square" lIns="0" tIns="0" rIns="0" bIns="0" rtlCol="0" anchor="ctr"/>
          <a:lstStyle/>
          <a:p>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PC10 </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までの累積寄与率</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は約</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0.28</a:t>
            </a:r>
          </a:p>
          <a:p>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MNIST </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は線形軸では分散が少数主成分に集中しにくいこと</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が分かる</a:t>
            </a:r>
            <a:endParaRPr lang="ja-JP" altLang="en-US" sz="2000" dirty="0">
              <a:solidFill>
                <a:srgbClr val="000000"/>
              </a:solidFill>
              <a:latin typeface="UD Digi Kyokasho NK-R" panose="02020400000000000000" pitchFamily="18" charset="-128"/>
              <a:ea typeface="UD Digi Kyokasho NK-R" panose="02020400000000000000" pitchFamily="18" charset="-128"/>
            </a:endParaRPr>
          </a:p>
        </p:txBody>
      </p:sp>
      <p:sp>
        <p:nvSpPr>
          <p:cNvPr id="2" name="タイトル 1">
            <a:extLst>
              <a:ext uri="{FF2B5EF4-FFF2-40B4-BE49-F238E27FC236}">
                <a16:creationId xmlns:a16="http://schemas.microsoft.com/office/drawing/2014/main" id="{BADB4789-4B7B-D6AE-65CC-37C5F72802FB}"/>
              </a:ext>
            </a:extLst>
          </p:cNvPr>
          <p:cNvSpPr>
            <a:spLocks noGrp="1"/>
          </p:cNvSpPr>
          <p:nvPr>
            <p:ph type="title"/>
          </p:nvPr>
        </p:nvSpPr>
        <p:spPr/>
        <p:txBody>
          <a:bodyPr>
            <a:normAutofit/>
          </a:bodyPr>
          <a:lstStyle/>
          <a:p>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による可視化</a:t>
            </a:r>
            <a:endParaRPr lang="ja-JP" altLang="en-US">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908541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4" name="Image 0" descr="figs/cell2_3.png"/>
          <p:cNvPicPr>
            <a:picLocks noChangeAspect="1"/>
          </p:cNvPicPr>
          <p:nvPr/>
        </p:nvPicPr>
        <p:blipFill>
          <a:blip r:embed="rId4"/>
          <a:stretch>
            <a:fillRect/>
          </a:stretch>
        </p:blipFill>
        <p:spPr>
          <a:xfrm>
            <a:off x="3741853" y="952500"/>
            <a:ext cx="5402147" cy="5328000"/>
          </a:xfrm>
          <a:prstGeom prst="rect">
            <a:avLst/>
          </a:prstGeom>
        </p:spPr>
      </p:pic>
      <p:grpSp>
        <p:nvGrpSpPr>
          <p:cNvPr id="9" name="グループ化 8">
            <a:extLst>
              <a:ext uri="{FF2B5EF4-FFF2-40B4-BE49-F238E27FC236}">
                <a16:creationId xmlns:a16="http://schemas.microsoft.com/office/drawing/2014/main" id="{E2DD7195-456E-5CD9-7D29-6800DB0A2F73}"/>
              </a:ext>
            </a:extLst>
          </p:cNvPr>
          <p:cNvGrpSpPr/>
          <p:nvPr/>
        </p:nvGrpSpPr>
        <p:grpSpPr>
          <a:xfrm>
            <a:off x="84087" y="864951"/>
            <a:ext cx="3369231" cy="2476500"/>
            <a:chOff x="231691" y="1078835"/>
            <a:chExt cx="2370730" cy="1654513"/>
          </a:xfrm>
        </p:grpSpPr>
        <p:sp>
          <p:nvSpPr>
            <p:cNvPr id="6" name="Text 3"/>
            <p:cNvSpPr/>
            <p:nvPr/>
          </p:nvSpPr>
          <p:spPr>
            <a:xfrm>
              <a:off x="231691" y="1078835"/>
              <a:ext cx="2263140" cy="308610"/>
            </a:xfrm>
            <a:prstGeom prst="rect">
              <a:avLst/>
            </a:prstGeom>
            <a:noFill/>
            <a:ln/>
          </p:spPr>
          <p:txBody>
            <a:bodyPr wrap="square" lIns="0" tIns="0" rIns="0" bIns="0" rtlCol="0" anchor="ctr"/>
            <a:lstStyle/>
            <a:p>
              <a:r>
                <a:rPr lang="ja-JP" altLang="en-US" sz="20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図の読み方</a:t>
              </a:r>
              <a:endParaRPr lang="ja-JP" altLang="en-US" sz="2000" dirty="0">
                <a:latin typeface="UD Digi Kyokasho NK-R" panose="02020400000000000000" pitchFamily="18" charset="-128"/>
                <a:ea typeface="UD Digi Kyokasho NK-R" panose="02020400000000000000" pitchFamily="18" charset="-128"/>
              </a:endParaRPr>
            </a:p>
          </p:txBody>
        </p:sp>
        <p:sp>
          <p:nvSpPr>
            <p:cNvPr id="7" name="Text 4"/>
            <p:cNvSpPr/>
            <p:nvPr/>
          </p:nvSpPr>
          <p:spPr>
            <a:xfrm>
              <a:off x="304991" y="1387445"/>
              <a:ext cx="2297430" cy="1345903"/>
            </a:xfrm>
            <a:prstGeom prst="rect">
              <a:avLst/>
            </a:prstGeom>
            <a:noFill/>
            <a:ln/>
          </p:spPr>
          <p:txBody>
            <a:bodyPr wrap="square" lIns="0" tIns="0" rIns="0" bIns="0" rtlCol="0" anchor="t"/>
            <a:lstStyle/>
            <a:p>
              <a:pPr marL="257168" indent="-257168">
                <a:lnSpc>
                  <a:spcPct val="110000"/>
                </a:lnSpc>
                <a:spcAft>
                  <a:spcPts val="525"/>
                </a:spcAft>
                <a:buSzPct val="100000"/>
                <a:buChar char="•"/>
              </a:pPr>
              <a:r>
                <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対角：各主成分の分布（</a:t>
              </a: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KDE</a:t>
              </a:r>
              <a:r>
                <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endParaRPr lang="ja-JP" altLang="en-US" dirty="0">
                <a:latin typeface="UD Digi Kyokasho NK-R" panose="02020400000000000000" pitchFamily="18" charset="-128"/>
                <a:ea typeface="UD Digi Kyokasho NK-R" panose="02020400000000000000" pitchFamily="18" charset="-128"/>
              </a:endParaRPr>
            </a:p>
            <a:p>
              <a:pPr marL="257168" indent="-257168">
                <a:lnSpc>
                  <a:spcPct val="110000"/>
                </a:lnSpc>
                <a:spcAft>
                  <a:spcPts val="525"/>
                </a:spcAft>
                <a:buSzPct val="100000"/>
                <a:buChar char="•"/>
              </a:pPr>
              <a:r>
                <a:rPr lang="ja-JP" altLang="en-US">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非対角：２主成分間の散布図</a:t>
              </a:r>
              <a:endParaRPr lang="ja-JP" altLang="en-US" dirty="0">
                <a:latin typeface="UD Digi Kyokasho NK-R" panose="02020400000000000000" pitchFamily="18" charset="-128"/>
                <a:ea typeface="UD Digi Kyokasho NK-R" panose="02020400000000000000" pitchFamily="18" charset="-128"/>
              </a:endParaRPr>
            </a:p>
            <a:p>
              <a:pPr marL="257168" indent="-257168">
                <a:lnSpc>
                  <a:spcPct val="110000"/>
                </a:lnSpc>
                <a:buSzPct val="100000"/>
                <a:buChar char="•"/>
              </a:pPr>
              <a:r>
                <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色は表示用 </a:t>
              </a: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5,000 </a:t>
              </a:r>
              <a:r>
                <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点を標準化データで </a:t>
              </a: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k-means </a:t>
              </a:r>
              <a:r>
                <a:rPr lang="ja-JP" altLang="en-US">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した補助的</a:t>
              </a:r>
              <a:r>
                <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なグループ（正解ラベルではない）</a:t>
              </a:r>
              <a:endParaRPr lang="ja-JP" altLang="en-US" dirty="0">
                <a:latin typeface="UD Digi Kyokasho NK-R" panose="02020400000000000000" pitchFamily="18" charset="-128"/>
                <a:ea typeface="UD Digi Kyokasho NK-R" panose="02020400000000000000" pitchFamily="18" charset="-128"/>
              </a:endParaRPr>
            </a:p>
          </p:txBody>
        </p:sp>
      </p:grpSp>
      <p:sp>
        <p:nvSpPr>
          <p:cNvPr id="2" name="タイトル 1">
            <a:extLst>
              <a:ext uri="{FF2B5EF4-FFF2-40B4-BE49-F238E27FC236}">
                <a16:creationId xmlns:a16="http://schemas.microsoft.com/office/drawing/2014/main" id="{53A7735F-4321-DAB1-82F7-9FBCAABBC6C1}"/>
              </a:ext>
            </a:extLst>
          </p:cNvPr>
          <p:cNvSpPr>
            <a:spLocks noGrp="1"/>
          </p:cNvSpPr>
          <p:nvPr>
            <p:ph type="title"/>
          </p:nvPr>
        </p:nvSpPr>
        <p:spPr/>
        <p:txBody>
          <a:bodyPr>
            <a:normAutofit/>
          </a:bodyPr>
          <a:lstStyle/>
          <a:p>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PC1〜PC10 </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 </a:t>
            </a:r>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10×10 </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プロット</a:t>
            </a:r>
            <a:endParaRPr lang="ja-JP" altLang="en-US">
              <a:latin typeface="UD Digi Kyokasho NK-R" panose="02020400000000000000" pitchFamily="18" charset="-128"/>
              <a:ea typeface="UD Digi Kyokasho NK-R" panose="02020400000000000000" pitchFamily="18" charset="-128"/>
            </a:endParaRPr>
          </a:p>
        </p:txBody>
      </p:sp>
      <p:sp>
        <p:nvSpPr>
          <p:cNvPr id="10" name="テキスト ボックス 9">
            <a:extLst>
              <a:ext uri="{FF2B5EF4-FFF2-40B4-BE49-F238E27FC236}">
                <a16:creationId xmlns:a16="http://schemas.microsoft.com/office/drawing/2014/main" id="{4C385E0E-DDD3-DB9B-C6F9-C99C34BE45E8}"/>
              </a:ext>
            </a:extLst>
          </p:cNvPr>
          <p:cNvSpPr txBox="1"/>
          <p:nvPr/>
        </p:nvSpPr>
        <p:spPr>
          <a:xfrm>
            <a:off x="0" y="3449996"/>
            <a:ext cx="3864429" cy="1323439"/>
          </a:xfrm>
          <a:prstGeom prst="rect">
            <a:avLst/>
          </a:prstGeom>
          <a:noFill/>
        </p:spPr>
        <p:txBody>
          <a:bodyPr wrap="square" rtlCol="0">
            <a:spAutoFit/>
          </a:bodyPr>
          <a:lstStyle/>
          <a:p>
            <a:r>
              <a:rPr lang="en-US" altLang="ja-JP" sz="20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10×10 </a:t>
            </a:r>
            <a:r>
              <a:rPr lang="ja-JP" altLang="en-US" sz="2000" b="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プロットをする意味</a:t>
            </a:r>
            <a:endParaRPr lang="en-US" altLang="ja-JP" sz="20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endParaRPr>
          </a:p>
          <a:p>
            <a:r>
              <a:rPr kumimoji="1" lang="ja-JP" altLang="en-US" sz="2000">
                <a:latin typeface="UD Digi Kyokasho NK-R" panose="02020400000000000000" pitchFamily="18" charset="-128"/>
                <a:ea typeface="UD Digi Kyokasho NK-R" panose="02020400000000000000" pitchFamily="18" charset="-128"/>
              </a:rPr>
              <a:t>　</a:t>
            </a:r>
            <a:r>
              <a:rPr kumimoji="1" lang="en-US" altLang="ja-JP" sz="2000" dirty="0">
                <a:latin typeface="UD Digi Kyokasho NK-R" panose="02020400000000000000" pitchFamily="18" charset="-128"/>
                <a:ea typeface="UD Digi Kyokasho NK-R" panose="02020400000000000000" pitchFamily="18" charset="-128"/>
              </a:rPr>
              <a:t>PC1</a:t>
            </a:r>
            <a:r>
              <a:rPr kumimoji="1" lang="ja-JP" altLang="en-US" sz="2000">
                <a:latin typeface="UD Digi Kyokasho NK-R" panose="02020400000000000000" pitchFamily="18" charset="-128"/>
                <a:ea typeface="UD Digi Kyokasho NK-R" panose="02020400000000000000" pitchFamily="18" charset="-128"/>
              </a:rPr>
              <a:t>、</a:t>
            </a:r>
            <a:r>
              <a:rPr kumimoji="1" lang="en-US" altLang="ja-JP" sz="2000" dirty="0">
                <a:latin typeface="UD Digi Kyokasho NK-R" panose="02020400000000000000" pitchFamily="18" charset="-128"/>
                <a:ea typeface="UD Digi Kyokasho NK-R" panose="02020400000000000000" pitchFamily="18" charset="-128"/>
              </a:rPr>
              <a:t>PC2</a:t>
            </a:r>
            <a:r>
              <a:rPr kumimoji="1" lang="ja-JP" altLang="en-US" sz="2000">
                <a:latin typeface="UD Digi Kyokasho NK-R" panose="02020400000000000000" pitchFamily="18" charset="-128"/>
                <a:ea typeface="UD Digi Kyokasho NK-R" panose="02020400000000000000" pitchFamily="18" charset="-128"/>
              </a:rPr>
              <a:t>は分散が最大なだけ</a:t>
            </a:r>
            <a:endParaRPr kumimoji="1" lang="en-US" altLang="ja-JP" sz="2000" dirty="0">
              <a:latin typeface="UD Digi Kyokasho NK-R" panose="02020400000000000000" pitchFamily="18" charset="-128"/>
              <a:ea typeface="UD Digi Kyokasho NK-R" panose="02020400000000000000" pitchFamily="18" charset="-128"/>
            </a:endParaRPr>
          </a:p>
          <a:p>
            <a:r>
              <a:rPr kumimoji="1" lang="ja-JP" altLang="en-US" sz="2000">
                <a:latin typeface="UD Digi Kyokasho NK-R" panose="02020400000000000000" pitchFamily="18" charset="-128"/>
                <a:ea typeface="UD Digi Kyokasho NK-R" panose="02020400000000000000" pitchFamily="18" charset="-128"/>
              </a:rPr>
              <a:t>　クラスタリングやデータの解釈に</a:t>
            </a:r>
            <a:endParaRPr kumimoji="1" lang="en-US" altLang="ja-JP" sz="2000" dirty="0">
              <a:latin typeface="UD Digi Kyokasho NK-R" panose="02020400000000000000" pitchFamily="18" charset="-128"/>
              <a:ea typeface="UD Digi Kyokasho NK-R" panose="02020400000000000000" pitchFamily="18" charset="-128"/>
            </a:endParaRPr>
          </a:p>
          <a:p>
            <a:r>
              <a:rPr kumimoji="1" lang="ja-JP" altLang="en-US" sz="2000">
                <a:latin typeface="UD Digi Kyokasho NK-R" panose="02020400000000000000" pitchFamily="18" charset="-128"/>
                <a:ea typeface="UD Digi Kyokasho NK-R" panose="02020400000000000000" pitchFamily="18" charset="-128"/>
              </a:rPr>
              <a:t>　最も役立つとは限らない</a:t>
            </a:r>
            <a:endParaRPr kumimoji="1" lang="en-US" altLang="ja-JP" sz="2000" dirty="0">
              <a:latin typeface="UD Digi Kyokasho NK-R" panose="02020400000000000000" pitchFamily="18" charset="-128"/>
              <a:ea typeface="UD Digi Kyokasho NK-R" panose="02020400000000000000" pitchFamily="18" charset="-128"/>
            </a:endParaRPr>
          </a:p>
        </p:txBody>
      </p:sp>
      <p:sp>
        <p:nvSpPr>
          <p:cNvPr id="11" name="テキスト ボックス 10">
            <a:extLst>
              <a:ext uri="{FF2B5EF4-FFF2-40B4-BE49-F238E27FC236}">
                <a16:creationId xmlns:a16="http://schemas.microsoft.com/office/drawing/2014/main" id="{BFC1390C-8C8F-5D14-D809-D0626FF5DE38}"/>
              </a:ext>
            </a:extLst>
          </p:cNvPr>
          <p:cNvSpPr txBox="1"/>
          <p:nvPr/>
        </p:nvSpPr>
        <p:spPr>
          <a:xfrm>
            <a:off x="134206" y="4865248"/>
            <a:ext cx="3607647" cy="1323439"/>
          </a:xfrm>
          <a:prstGeom prst="rect">
            <a:avLst/>
          </a:prstGeom>
          <a:noFill/>
        </p:spPr>
        <p:txBody>
          <a:bodyPr wrap="square" rtlCol="0">
            <a:spAutoFit/>
          </a:bodyPr>
          <a:lstStyle/>
          <a:p>
            <a:pPr algn="l"/>
            <a:r>
              <a:rPr kumimoji="1" lang="en-US" altLang="ja-JP" sz="2000" dirty="0">
                <a:latin typeface="UD Digi Kyokasho NK-R" panose="02020400000000000000" pitchFamily="18" charset="-128"/>
                <a:ea typeface="UD Digi Kyokasho NK-R" panose="02020400000000000000" pitchFamily="18" charset="-128"/>
              </a:rPr>
              <a:t>EX)</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３</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対角部分を見ると</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PC1</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PC2</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ではできていない</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kumimoji="1" lang="ja-JP" altLang="en-US" sz="2000">
                <a:solidFill>
                  <a:srgbClr val="14323A"/>
                </a:solidFill>
                <a:latin typeface="UD Digi Kyokasho NK-R" panose="02020400000000000000" pitchFamily="18" charset="-128"/>
                <a:ea typeface="UD Digi Kyokasho NK-R" panose="02020400000000000000" pitchFamily="18" charset="-128"/>
              </a:rPr>
              <a:t>　クラスタ</a:t>
            </a:r>
            <a:r>
              <a:rPr kumimoji="1" lang="en-US" altLang="ja-JP" sz="2000" dirty="0">
                <a:solidFill>
                  <a:srgbClr val="14323A"/>
                </a:solidFill>
                <a:latin typeface="UD Digi Kyokasho NK-R" panose="02020400000000000000" pitchFamily="18" charset="-128"/>
                <a:ea typeface="UD Digi Kyokasho NK-R" panose="02020400000000000000" pitchFamily="18" charset="-128"/>
              </a:rPr>
              <a:t>(</a:t>
            </a:r>
            <a:r>
              <a:rPr kumimoji="1" lang="ja-JP" altLang="en-US" sz="2000">
                <a:solidFill>
                  <a:srgbClr val="14323A"/>
                </a:solidFill>
                <a:latin typeface="UD Digi Kyokasho NK-R" panose="02020400000000000000" pitchFamily="18" charset="-128"/>
                <a:ea typeface="UD Digi Kyokasho NK-R" panose="02020400000000000000" pitchFamily="18" charset="-128"/>
              </a:rPr>
              <a:t>橙</a:t>
            </a:r>
            <a:r>
              <a:rPr kumimoji="1" lang="en-US" altLang="ja-JP" sz="2000" dirty="0">
                <a:solidFill>
                  <a:srgbClr val="14323A"/>
                </a:solidFill>
                <a:latin typeface="UD Digi Kyokasho NK-R" panose="02020400000000000000" pitchFamily="18" charset="-128"/>
                <a:ea typeface="UD Digi Kyokasho NK-R" panose="02020400000000000000" pitchFamily="18" charset="-128"/>
              </a:rPr>
              <a:t>)</a:t>
            </a:r>
            <a:r>
              <a:rPr kumimoji="1" lang="ja-JP" altLang="en-US" sz="2000">
                <a:solidFill>
                  <a:srgbClr val="14323A"/>
                </a:solidFill>
                <a:latin typeface="UD Digi Kyokasho NK-R" panose="02020400000000000000" pitchFamily="18" charset="-128"/>
                <a:ea typeface="UD Digi Kyokasho NK-R" panose="02020400000000000000" pitchFamily="18" charset="-128"/>
              </a:rPr>
              <a:t>が分離できている</a:t>
            </a:r>
            <a:endParaRPr kumimoji="1" lang="ja-JP" altLang="en-US" sz="2000">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386981065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grpSp>
        <p:nvGrpSpPr>
          <p:cNvPr id="12" name="グループ化 11">
            <a:extLst>
              <a:ext uri="{FF2B5EF4-FFF2-40B4-BE49-F238E27FC236}">
                <a16:creationId xmlns:a16="http://schemas.microsoft.com/office/drawing/2014/main" id="{3884754E-F216-D6F0-C827-A346DF4C66D8}"/>
              </a:ext>
            </a:extLst>
          </p:cNvPr>
          <p:cNvGrpSpPr/>
          <p:nvPr/>
        </p:nvGrpSpPr>
        <p:grpSpPr>
          <a:xfrm>
            <a:off x="229453" y="2518190"/>
            <a:ext cx="8659083" cy="3636000"/>
            <a:chOff x="162249" y="1105464"/>
            <a:chExt cx="8659083" cy="3636000"/>
          </a:xfrm>
        </p:grpSpPr>
        <p:sp>
          <p:nvSpPr>
            <p:cNvPr id="5" name="Text 3"/>
            <p:cNvSpPr/>
            <p:nvPr/>
          </p:nvSpPr>
          <p:spPr>
            <a:xfrm>
              <a:off x="162249" y="1139534"/>
              <a:ext cx="3840480" cy="274320"/>
            </a:xfrm>
            <a:prstGeom prst="rect">
              <a:avLst/>
            </a:prstGeom>
            <a:noFill/>
            <a:ln/>
          </p:spPr>
          <p:txBody>
            <a:bodyPr wrap="square" lIns="0" tIns="0" rIns="0" bIns="0" rtlCol="0" anchor="ctr"/>
            <a:lstStyle/>
            <a:p>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スコア散布図</a:t>
              </a:r>
              <a:endParaRPr lang="ja-JP" altLang="en-US" sz="2000" dirty="0">
                <a:latin typeface="UD Digi Kyokasho NK-R" panose="02020400000000000000" pitchFamily="18" charset="-128"/>
                <a:ea typeface="UD Digi Kyokasho NK-R" panose="02020400000000000000" pitchFamily="18" charset="-128"/>
              </a:endParaRPr>
            </a:p>
          </p:txBody>
        </p:sp>
        <p:pic>
          <p:nvPicPr>
            <p:cNvPr id="6" name="Image 0" descr="figs/cell5_4.png"/>
            <p:cNvPicPr>
              <a:picLocks noChangeAspect="1"/>
            </p:cNvPicPr>
            <p:nvPr/>
          </p:nvPicPr>
          <p:blipFill>
            <a:blip r:embed="rId3"/>
            <a:stretch>
              <a:fillRect/>
            </a:stretch>
          </p:blipFill>
          <p:spPr>
            <a:xfrm>
              <a:off x="3641019" y="1105464"/>
              <a:ext cx="5180313" cy="3636000"/>
            </a:xfrm>
            <a:prstGeom prst="rect">
              <a:avLst/>
            </a:prstGeom>
          </p:spPr>
        </p:pic>
      </p:grpSp>
      <p:sp>
        <p:nvSpPr>
          <p:cNvPr id="8" name="Text 5"/>
          <p:cNvSpPr/>
          <p:nvPr/>
        </p:nvSpPr>
        <p:spPr>
          <a:xfrm>
            <a:off x="144000" y="915045"/>
            <a:ext cx="8968547" cy="860698"/>
          </a:xfrm>
          <a:prstGeom prst="rect">
            <a:avLst/>
          </a:prstGeom>
          <a:noFill/>
          <a:ln/>
        </p:spPr>
        <p:txBody>
          <a:bodyPr wrap="square" lIns="0" tIns="0" rIns="0" bIns="0" rtlCol="0" anchor="ctr"/>
          <a:lstStyle/>
          <a:p>
            <a:r>
              <a:rPr lang="en-US" altLang="ja-JP" sz="20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sz="2000" b="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の特徴</a:t>
            </a:r>
            <a:endParaRPr lang="en-US" altLang="ja-JP" sz="20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近傍関係（近所のデータ同士の近さ）を保ったまま</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低次元へと圧縮する非線形アルゴリズム</a:t>
            </a:r>
            <a:endParaRPr lang="ja-JP" altLang="en-US" sz="2000">
              <a:latin typeface="UD Digi Kyokasho NK-R" panose="02020400000000000000" pitchFamily="18" charset="-128"/>
              <a:ea typeface="UD Digi Kyokasho NK-R" panose="02020400000000000000" pitchFamily="18" charset="-128"/>
            </a:endParaRPr>
          </a:p>
        </p:txBody>
      </p:sp>
      <p:sp>
        <p:nvSpPr>
          <p:cNvPr id="9" name="Text 6"/>
          <p:cNvSpPr/>
          <p:nvPr/>
        </p:nvSpPr>
        <p:spPr>
          <a:xfrm>
            <a:off x="144000" y="1775743"/>
            <a:ext cx="8770547" cy="746068"/>
          </a:xfrm>
          <a:prstGeom prst="rect">
            <a:avLst/>
          </a:prstGeom>
          <a:noFill/>
          <a:ln/>
        </p:spPr>
        <p:txBody>
          <a:bodyPr wrap="square" lIns="0" tIns="0" rIns="0" bIns="0" rtlCol="0" anchor="t"/>
          <a:lstStyle/>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局所的</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なまとまり・クラスター構造が </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より見えやすい</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軸</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自体に意味はなく，乱数で形が変わるため形を厳密な距離として</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解釈しない</a:t>
            </a:r>
            <a:endParaRPr lang="ja-JP" altLang="en-US" sz="2000" dirty="0">
              <a:latin typeface="UD Digi Kyokasho NK-R" panose="02020400000000000000" pitchFamily="18" charset="-128"/>
              <a:ea typeface="UD Digi Kyokasho NK-R" panose="02020400000000000000" pitchFamily="18" charset="-128"/>
            </a:endParaRPr>
          </a:p>
        </p:txBody>
      </p:sp>
      <p:sp>
        <p:nvSpPr>
          <p:cNvPr id="2" name="タイトル 1">
            <a:extLst>
              <a:ext uri="{FF2B5EF4-FFF2-40B4-BE49-F238E27FC236}">
                <a16:creationId xmlns:a16="http://schemas.microsoft.com/office/drawing/2014/main" id="{C561CBD1-319A-879E-213F-64E5CBB0D7C3}"/>
              </a:ext>
            </a:extLst>
          </p:cNvPr>
          <p:cNvSpPr>
            <a:spLocks noGrp="1"/>
          </p:cNvSpPr>
          <p:nvPr>
            <p:ph type="title"/>
          </p:nvPr>
        </p:nvSpPr>
        <p:spPr/>
        <p:txBody>
          <a:bodyPr>
            <a:normAutofit/>
          </a:bodyPr>
          <a:lstStyle/>
          <a:p>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の特徴と可視化結果</a:t>
            </a:r>
            <a:endParaRPr lang="ja-JP" altLang="en-US">
              <a:latin typeface="UD Digi Kyokasho NK-R" panose="02020400000000000000" pitchFamily="18" charset="-128"/>
              <a:ea typeface="UD Digi Kyokasho NK-R" panose="02020400000000000000" pitchFamily="18" charset="-128"/>
            </a:endParaRPr>
          </a:p>
        </p:txBody>
      </p:sp>
      <p:sp>
        <p:nvSpPr>
          <p:cNvPr id="14" name="テキスト ボックス 13">
            <a:extLst>
              <a:ext uri="{FF2B5EF4-FFF2-40B4-BE49-F238E27FC236}">
                <a16:creationId xmlns:a16="http://schemas.microsoft.com/office/drawing/2014/main" id="{7F684B00-7CAB-F1F7-5EBA-ED20720D6473}"/>
              </a:ext>
            </a:extLst>
          </p:cNvPr>
          <p:cNvSpPr txBox="1"/>
          <p:nvPr/>
        </p:nvSpPr>
        <p:spPr>
          <a:xfrm>
            <a:off x="188260" y="3382509"/>
            <a:ext cx="2701381" cy="707886"/>
          </a:xfrm>
          <a:prstGeom prst="rect">
            <a:avLst/>
          </a:prstGeom>
          <a:noFill/>
        </p:spPr>
        <p:txBody>
          <a:bodyPr wrap="none" rtlCol="0">
            <a:spAutoFit/>
          </a:bodyPr>
          <a:lstStyle/>
          <a:p>
            <a:pPr algn="l"/>
            <a:r>
              <a:rPr kumimoji="1" lang="en-US" altLang="ja-JP" sz="2000" dirty="0">
                <a:latin typeface="UD Digi Kyokasho NK-R" panose="02020400000000000000" pitchFamily="18" charset="-128"/>
                <a:ea typeface="UD Digi Kyokasho NK-R" panose="02020400000000000000" pitchFamily="18" charset="-128"/>
              </a:rPr>
              <a:t>PCA</a:t>
            </a:r>
            <a:r>
              <a:rPr kumimoji="1" lang="ja-JP" altLang="en-US" sz="2000">
                <a:latin typeface="UD Digi Kyokasho NK-R" panose="02020400000000000000" pitchFamily="18" charset="-128"/>
                <a:ea typeface="UD Digi Kyokasho NK-R" panose="02020400000000000000" pitchFamily="18" charset="-128"/>
              </a:rPr>
              <a:t>と比較して</a:t>
            </a:r>
            <a:endParaRPr kumimoji="1" lang="en-US" altLang="ja-JP" sz="2000" dirty="0">
              <a:latin typeface="UD Digi Kyokasho NK-R" panose="02020400000000000000" pitchFamily="18" charset="-128"/>
              <a:ea typeface="UD Digi Kyokasho NK-R" panose="02020400000000000000" pitchFamily="18" charset="-128"/>
            </a:endParaRPr>
          </a:p>
          <a:p>
            <a:pPr algn="l"/>
            <a:r>
              <a:rPr kumimoji="1" lang="ja-JP" altLang="en-US" sz="2000">
                <a:latin typeface="UD Digi Kyokasho NK-R" panose="02020400000000000000" pitchFamily="18" charset="-128"/>
                <a:ea typeface="UD Digi Kyokasho NK-R" panose="02020400000000000000" pitchFamily="18" charset="-128"/>
              </a:rPr>
              <a:t>クラスターが確認できる</a:t>
            </a:r>
          </a:p>
        </p:txBody>
      </p:sp>
    </p:spTree>
    <p:extLst>
      <p:ext uri="{BB962C8B-B14F-4D97-AF65-F5344CB8AC3E}">
        <p14:creationId xmlns:p14="http://schemas.microsoft.com/office/powerpoint/2010/main" val="3813496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188260" y="764900"/>
            <a:ext cx="8555690" cy="813973"/>
          </a:xfrm>
          <a:prstGeom prst="rect">
            <a:avLst/>
          </a:prstGeom>
          <a:noFill/>
          <a:ln/>
        </p:spPr>
        <p:txBody>
          <a:bodyPr wrap="square" lIns="0" tIns="0" rIns="0" bIns="0" rtlCol="0" anchor="ctr"/>
          <a:lstStyle/>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似たデータを少しずつ結合し，クラスターを作成する方法</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そのプロセスはデンドログラム</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樹形図</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で表される</a:t>
            </a:r>
          </a:p>
        </p:txBody>
      </p:sp>
      <mc:AlternateContent xmlns:mc="http://schemas.openxmlformats.org/markup-compatibility/2006">
        <mc:Choice xmlns:a14="http://schemas.microsoft.com/office/drawing/2010/main" Requires="a14">
          <p:sp>
            <p:nvSpPr>
              <p:cNvPr id="6" name="Text 4"/>
              <p:cNvSpPr/>
              <p:nvPr/>
            </p:nvSpPr>
            <p:spPr>
              <a:xfrm>
                <a:off x="188260" y="1578872"/>
                <a:ext cx="4315944" cy="1556248"/>
              </a:xfrm>
              <a:prstGeom prst="rect">
                <a:avLst/>
              </a:prstGeom>
              <a:noFill/>
              <a:ln/>
            </p:spPr>
            <p:txBody>
              <a:bodyPr wrap="square" lIns="0" tIns="0" rIns="0" bIns="0" rtlCol="0" anchor="t"/>
              <a:lstStyle/>
              <a:p>
                <a:pPr>
                  <a:spcAft>
                    <a:spcPts val="300"/>
                  </a:spcAft>
                </a:pPr>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Ward </a:t>
                </a:r>
                <a:r>
                  <a:rPr lang="ja-JP" altLang="en-US" sz="20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法</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spcAft>
                    <a:spcPts val="300"/>
                  </a:spcAft>
                </a:pP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クラスター内の分散が</a:t>
                </a:r>
                <a:r>
                  <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最小の組</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を結合</a:t>
                </a:r>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gn="ctr">
                  <a:spcBef>
                    <a:spcPts val="150"/>
                  </a:spcBef>
                  <a:spcAft>
                    <a:spcPts val="300"/>
                  </a:spcAft>
                </a:pPr>
                <a14:m>
                  <m:oMathPara xmlns:m="http://schemas.openxmlformats.org/officeDocument/2006/math">
                    <m:oMathParaPr>
                      <m:jc m:val="centerGroup"/>
                    </m:oMathParaPr>
                    <m:oMath xmlns:m="http://schemas.openxmlformats.org/officeDocument/2006/math">
                      <m:r>
                        <a:rPr lang="ja-JP" altLang="en-US" sz="2000">
                          <a:latin typeface="Cambria Math"/>
                          <a:ea typeface="Cambria Math"/>
                        </a:rPr>
                        <m:t>𝛥</m:t>
                      </m:r>
                      <m:r>
                        <a:rPr lang="en-US" altLang="ja-JP" sz="2000">
                          <a:latin typeface="Cambria Math"/>
                          <a:ea typeface="Cambria Math"/>
                        </a:rPr>
                        <m:t>=</m:t>
                      </m:r>
                      <m:f>
                        <m:fPr>
                          <m:ctrlPr>
                            <a:rPr lang="ja-JP" altLang="en-US" sz="2000" i="1">
                              <a:latin typeface="Cambria Math" panose="02040503050406030204" pitchFamily="18" charset="0"/>
                              <a:ea typeface="Cambria Math"/>
                            </a:rPr>
                          </m:ctrlPr>
                        </m:fPr>
                        <m:num>
                          <m:d>
                            <m:dPr>
                              <m:begChr m:val="|"/>
                              <m:endChr m:val="|"/>
                              <m:ctrlPr>
                                <a:rPr lang="ja-JP" altLang="en-US" sz="2000" i="1">
                                  <a:latin typeface="Cambria Math" panose="02040503050406030204" pitchFamily="18" charset="0"/>
                                  <a:ea typeface="Cambria Math"/>
                                </a:rPr>
                              </m:ctrlPr>
                            </m:dPr>
                            <m:e>
                              <m:r>
                                <a:rPr lang="ja-JP" altLang="en-US" sz="2000" i="1">
                                  <a:latin typeface="Cambria Math"/>
                                  <a:ea typeface="Cambria Math"/>
                                </a:rPr>
                                <m:t>𝐴</m:t>
                              </m:r>
                            </m:e>
                          </m:d>
                          <m:d>
                            <m:dPr>
                              <m:begChr m:val="|"/>
                              <m:endChr m:val="|"/>
                              <m:ctrlPr>
                                <a:rPr lang="ja-JP" altLang="en-US" sz="2000" i="1">
                                  <a:latin typeface="Cambria Math" panose="02040503050406030204" pitchFamily="18" charset="0"/>
                                  <a:ea typeface="Cambria Math"/>
                                </a:rPr>
                              </m:ctrlPr>
                            </m:dPr>
                            <m:e>
                              <m:r>
                                <a:rPr lang="ja-JP" altLang="en-US" sz="2000" i="1">
                                  <a:latin typeface="Cambria Math"/>
                                  <a:ea typeface="Cambria Math"/>
                                </a:rPr>
                                <m:t>𝐵</m:t>
                              </m:r>
                            </m:e>
                          </m:d>
                        </m:num>
                        <m:den>
                          <m:d>
                            <m:dPr>
                              <m:begChr m:val="|"/>
                              <m:endChr m:val="|"/>
                              <m:ctrlPr>
                                <a:rPr lang="ja-JP" altLang="en-US" sz="2000" i="1">
                                  <a:latin typeface="Cambria Math" panose="02040503050406030204" pitchFamily="18" charset="0"/>
                                  <a:ea typeface="Cambria Math"/>
                                </a:rPr>
                              </m:ctrlPr>
                            </m:dPr>
                            <m:e>
                              <m:r>
                                <a:rPr lang="ja-JP" altLang="en-US" sz="2000" i="1">
                                  <a:latin typeface="Cambria Math"/>
                                  <a:ea typeface="Cambria Math"/>
                                </a:rPr>
                                <m:t>𝐴</m:t>
                              </m:r>
                            </m:e>
                          </m:d>
                          <m:r>
                            <a:rPr lang="en-US" altLang="ja-JP" sz="2000">
                              <a:latin typeface="Cambria Math"/>
                              <a:ea typeface="Cambria Math"/>
                            </a:rPr>
                            <m:t>+</m:t>
                          </m:r>
                          <m:d>
                            <m:dPr>
                              <m:begChr m:val="|"/>
                              <m:endChr m:val="|"/>
                              <m:ctrlPr>
                                <a:rPr lang="ja-JP" altLang="en-US" sz="2000" i="1">
                                  <a:latin typeface="Cambria Math" panose="02040503050406030204" pitchFamily="18" charset="0"/>
                                  <a:ea typeface="Cambria Math"/>
                                </a:rPr>
                              </m:ctrlPr>
                            </m:dPr>
                            <m:e>
                              <m:r>
                                <a:rPr lang="ja-JP" altLang="en-US" sz="2000" i="1">
                                  <a:latin typeface="Cambria Math"/>
                                  <a:ea typeface="Cambria Math"/>
                                </a:rPr>
                                <m:t>𝐵</m:t>
                              </m:r>
                            </m:e>
                          </m:d>
                        </m:den>
                      </m:f>
                      <m:r>
                        <a:rPr lang="ja-JP" altLang="en-US" sz="2000">
                          <a:latin typeface="Cambria Math"/>
                          <a:ea typeface="Cambria Math"/>
                        </a:rPr>
                        <m:t>∙</m:t>
                      </m:r>
                      <m:sSup>
                        <m:sSupPr>
                          <m:ctrlPr>
                            <a:rPr lang="ja-JP" altLang="en-US" sz="2000" i="1">
                              <a:latin typeface="Cambria Math" panose="02040503050406030204" pitchFamily="18" charset="0"/>
                              <a:ea typeface="Cambria Math"/>
                            </a:rPr>
                          </m:ctrlPr>
                        </m:sSupPr>
                        <m:e>
                          <m:d>
                            <m:dPr>
                              <m:begChr m:val="‖"/>
                              <m:endChr m:val="‖"/>
                              <m:ctrlPr>
                                <a:rPr lang="ja-JP" altLang="en-US" sz="2000" i="1">
                                  <a:latin typeface="Cambria Math" panose="02040503050406030204" pitchFamily="18" charset="0"/>
                                  <a:ea typeface="Cambria Math"/>
                                </a:rPr>
                              </m:ctrlPr>
                            </m:dPr>
                            <m:e>
                              <m:sSub>
                                <m:sSubPr>
                                  <m:ctrlPr>
                                    <a:rPr lang="ja-JP" altLang="en-US" sz="2000" i="1">
                                      <a:latin typeface="Cambria Math" panose="02040503050406030204" pitchFamily="18" charset="0"/>
                                      <a:ea typeface="Cambria Math"/>
                                    </a:rPr>
                                  </m:ctrlPr>
                                </m:sSubPr>
                                <m:e>
                                  <m:bar>
                                    <m:barPr>
                                      <m:pos m:val="top"/>
                                      <m:ctrlPr>
                                        <a:rPr lang="ja-JP" altLang="en-US" sz="2000" i="1">
                                          <a:latin typeface="Cambria Math" panose="02040503050406030204" pitchFamily="18" charset="0"/>
                                          <a:ea typeface="Cambria Math"/>
                                        </a:rPr>
                                      </m:ctrlPr>
                                    </m:barPr>
                                    <m:e>
                                      <m:r>
                                        <a:rPr lang="ja-JP" altLang="en-US" sz="2000" i="1">
                                          <a:latin typeface="Cambria Math"/>
                                          <a:ea typeface="Cambria Math"/>
                                        </a:rPr>
                                        <m:t>𝑥</m:t>
                                      </m:r>
                                    </m:e>
                                  </m:bar>
                                </m:e>
                                <m:sub>
                                  <m:r>
                                    <a:rPr lang="ja-JP" altLang="en-US" sz="2000" i="1">
                                      <a:latin typeface="Cambria Math"/>
                                      <a:ea typeface="Cambria Math"/>
                                    </a:rPr>
                                    <m:t>𝐴</m:t>
                                  </m:r>
                                </m:sub>
                              </m:sSub>
                              <m:r>
                                <a:rPr lang="ja-JP" altLang="en-US" sz="2000">
                                  <a:latin typeface="Cambria Math"/>
                                  <a:ea typeface="Cambria Math"/>
                                </a:rPr>
                                <m:t>−</m:t>
                              </m:r>
                              <m:sSub>
                                <m:sSubPr>
                                  <m:ctrlPr>
                                    <a:rPr lang="ja-JP" altLang="en-US" sz="2000" i="1">
                                      <a:latin typeface="Cambria Math" panose="02040503050406030204" pitchFamily="18" charset="0"/>
                                      <a:ea typeface="Cambria Math"/>
                                    </a:rPr>
                                  </m:ctrlPr>
                                </m:sSubPr>
                                <m:e>
                                  <m:bar>
                                    <m:barPr>
                                      <m:pos m:val="top"/>
                                      <m:ctrlPr>
                                        <a:rPr lang="ja-JP" altLang="en-US" sz="2000" i="1">
                                          <a:latin typeface="Cambria Math" panose="02040503050406030204" pitchFamily="18" charset="0"/>
                                          <a:ea typeface="Cambria Math"/>
                                        </a:rPr>
                                      </m:ctrlPr>
                                    </m:barPr>
                                    <m:e>
                                      <m:r>
                                        <a:rPr lang="ja-JP" altLang="en-US" sz="2000" i="1">
                                          <a:latin typeface="Cambria Math"/>
                                          <a:ea typeface="Cambria Math"/>
                                        </a:rPr>
                                        <m:t>𝑥</m:t>
                                      </m:r>
                                    </m:e>
                                  </m:bar>
                                </m:e>
                                <m:sub>
                                  <m:r>
                                    <a:rPr lang="ja-JP" altLang="en-US" sz="2000" i="1">
                                      <a:latin typeface="Cambria Math"/>
                                      <a:ea typeface="Cambria Math"/>
                                    </a:rPr>
                                    <m:t>𝐵</m:t>
                                  </m:r>
                                </m:sub>
                              </m:sSub>
                            </m:e>
                          </m:d>
                        </m:e>
                        <m:sup>
                          <m:r>
                            <a:rPr lang="en-US" altLang="ja-JP" sz="2000">
                              <a:latin typeface="Cambria Math"/>
                              <a:ea typeface="Cambria Math"/>
                            </a:rPr>
                            <m:t>2</m:t>
                          </m:r>
                        </m:sup>
                      </m:sSup>
                    </m:oMath>
                  </m:oMathPara>
                </a14:m>
                <a:endPar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spcAft>
                    <a:spcPts val="300"/>
                  </a:spcAft>
                </a:pPr>
                <a:endPar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spcAft>
                    <a:spcPts val="300"/>
                  </a:spcAft>
                </a:pPr>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p:txBody>
          </p:sp>
        </mc:Choice>
        <mc:Fallback>
          <p:sp>
            <p:nvSpPr>
              <p:cNvPr id="6" name="Text 4"/>
              <p:cNvSpPr>
                <a:spLocks noRot="1" noChangeAspect="1" noMove="1" noResize="1" noEditPoints="1" noAdjustHandles="1" noChangeArrowheads="1" noChangeShapeType="1" noTextEdit="1"/>
              </p:cNvSpPr>
              <p:nvPr/>
            </p:nvSpPr>
            <p:spPr>
              <a:xfrm>
                <a:off x="188260" y="1578872"/>
                <a:ext cx="4315944" cy="1556248"/>
              </a:xfrm>
              <a:prstGeom prst="rect">
                <a:avLst/>
              </a:prstGeom>
              <a:blipFill>
                <a:blip r:embed="rId4"/>
                <a:stretch>
                  <a:fillRect l="-3519" t="-4878"/>
                </a:stretch>
              </a:blipFill>
              <a:ln/>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D6F21C21-BEE3-0807-16C5-5B14D9816591}"/>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階層的クラスタリング</a:t>
            </a:r>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(Ward</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法</a:t>
            </a:r>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endParaRPr lang="ja-JP" altLang="en-US">
              <a:latin typeface="UD Digi Kyokasho NK-R" panose="02020400000000000000" pitchFamily="18" charset="-128"/>
              <a:ea typeface="UD Digi Kyokasho NK-R" panose="02020400000000000000" pitchFamily="18" charset="-128"/>
            </a:endParaRPr>
          </a:p>
        </p:txBody>
      </p:sp>
      <mc:AlternateContent xmlns:mc="http://schemas.openxmlformats.org/markup-compatibility/2006">
        <mc:Choice xmlns:a14="http://schemas.microsoft.com/office/drawing/2010/main" Requires="a14">
          <p:sp>
            <p:nvSpPr>
              <p:cNvPr id="17" name="テキスト ボックス 16">
                <a:extLst>
                  <a:ext uri="{FF2B5EF4-FFF2-40B4-BE49-F238E27FC236}">
                    <a16:creationId xmlns:a16="http://schemas.microsoft.com/office/drawing/2014/main" id="{E818304B-B304-C8E0-1DA6-C3A7441A4BC2}"/>
                  </a:ext>
                </a:extLst>
              </p:cNvPr>
              <p:cNvSpPr txBox="1"/>
              <p:nvPr/>
            </p:nvSpPr>
            <p:spPr>
              <a:xfrm>
                <a:off x="4831992" y="1578872"/>
                <a:ext cx="3522118" cy="1580113"/>
              </a:xfrm>
              <a:prstGeom prst="rect">
                <a:avLst/>
              </a:prstGeom>
              <a:noFill/>
            </p:spPr>
            <p:txBody>
              <a:bodyPr wrap="none" rtlCol="0">
                <a:spAutoFit/>
              </a:bodyPr>
              <a:lstStyle/>
              <a:p>
                <a:pPr>
                  <a:spcAft>
                    <a:spcPts val="300"/>
                  </a:spcAft>
                </a:pPr>
                <a:r>
                  <a:rPr lang="ja-JP" altLang="en-US"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ユークリッド距離</a:t>
                </a: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p>
              <a:p>
                <a:pPr>
                  <a:spcAft>
                    <a:spcPts val="300"/>
                  </a:spcAft>
                </a:pP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2</a:t>
                </a:r>
                <a:r>
                  <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点間の直線距離で「違い」</a:t>
                </a:r>
                <a:r>
                  <a:rPr lang="ja-JP" altLang="en-US">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を測る</a:t>
                </a:r>
                <a:endParaRPr lang="ja-JP" altLang="en-US"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lgn="ctr">
                  <a:spcBef>
                    <a:spcPts val="150"/>
                  </a:spcBef>
                  <a:spcAft>
                    <a:spcPts val="300"/>
                  </a:spcAft>
                </a:pPr>
                <a14:m>
                  <m:oMathPara xmlns:m="http://schemas.openxmlformats.org/officeDocument/2006/math">
                    <m:oMathParaPr>
                      <m:jc m:val="centerGroup"/>
                    </m:oMathParaPr>
                    <m:oMath xmlns:m="http://schemas.openxmlformats.org/officeDocument/2006/math">
                      <m:r>
                        <a:rPr lang="ja-JP" altLang="en-US">
                          <a:latin typeface="Cambria Math"/>
                          <a:ea typeface="Cambria Math"/>
                        </a:rPr>
                        <m:t>𝑑</m:t>
                      </m:r>
                      <m:d>
                        <m:dPr>
                          <m:ctrlPr>
                            <a:rPr lang="ja-JP" altLang="en-US" i="1">
                              <a:latin typeface="Cambria Math" panose="02040503050406030204" pitchFamily="18" charset="0"/>
                              <a:ea typeface="Cambria Math"/>
                            </a:rPr>
                          </m:ctrlPr>
                        </m:dPr>
                        <m:e>
                          <m:sSub>
                            <m:sSubPr>
                              <m:ctrlPr>
                                <a:rPr lang="ja-JP" altLang="en-US" i="1">
                                  <a:latin typeface="Cambria Math" panose="02040503050406030204" pitchFamily="18" charset="0"/>
                                  <a:ea typeface="Cambria Math"/>
                                </a:rPr>
                              </m:ctrlPr>
                            </m:sSubPr>
                            <m:e>
                              <m:r>
                                <a:rPr lang="ja-JP" altLang="en-US" i="1">
                                  <a:latin typeface="Cambria Math"/>
                                  <a:ea typeface="Cambria Math"/>
                                </a:rPr>
                                <m:t>𝑥</m:t>
                              </m:r>
                            </m:e>
                            <m:sub>
                              <m:r>
                                <a:rPr lang="ja-JP" altLang="en-US" i="1">
                                  <a:latin typeface="Cambria Math"/>
                                  <a:ea typeface="Cambria Math"/>
                                </a:rPr>
                                <m:t>𝑖</m:t>
                              </m:r>
                            </m:sub>
                          </m:sSub>
                          <m:r>
                            <a:rPr lang="en-US" altLang="ja-JP">
                              <a:latin typeface="Cambria Math"/>
                              <a:ea typeface="Cambria Math"/>
                            </a:rPr>
                            <m:t>,</m:t>
                          </m:r>
                          <m:sSub>
                            <m:sSubPr>
                              <m:ctrlPr>
                                <a:rPr lang="ja-JP" altLang="en-US" i="1">
                                  <a:latin typeface="Cambria Math" panose="02040503050406030204" pitchFamily="18" charset="0"/>
                                  <a:ea typeface="Cambria Math"/>
                                </a:rPr>
                              </m:ctrlPr>
                            </m:sSubPr>
                            <m:e>
                              <m:r>
                                <a:rPr lang="ja-JP" altLang="en-US" i="1">
                                  <a:latin typeface="Cambria Math"/>
                                  <a:ea typeface="Cambria Math"/>
                                </a:rPr>
                                <m:t>𝑥</m:t>
                              </m:r>
                            </m:e>
                            <m:sub>
                              <m:r>
                                <a:rPr lang="ja-JP" altLang="en-US" i="1">
                                  <a:latin typeface="Cambria Math"/>
                                  <a:ea typeface="Cambria Math"/>
                                </a:rPr>
                                <m:t>𝑗</m:t>
                              </m:r>
                            </m:sub>
                          </m:sSub>
                        </m:e>
                      </m:d>
                      <m:r>
                        <a:rPr lang="en-US" altLang="ja-JP">
                          <a:latin typeface="Cambria Math"/>
                          <a:ea typeface="Cambria Math"/>
                        </a:rPr>
                        <m:t>=</m:t>
                      </m:r>
                      <m:rad>
                        <m:radPr>
                          <m:degHide m:val="on"/>
                          <m:ctrlPr>
                            <a:rPr lang="ja-JP" altLang="en-US" i="1">
                              <a:latin typeface="Cambria Math" panose="02040503050406030204" pitchFamily="18" charset="0"/>
                              <a:ea typeface="Cambria Math"/>
                            </a:rPr>
                          </m:ctrlPr>
                        </m:radPr>
                        <m:deg/>
                        <m:e>
                          <m:nary>
                            <m:naryPr>
                              <m:chr m:val="∑"/>
                              <m:subHide m:val="on"/>
                              <m:supHide m:val="on"/>
                              <m:ctrlPr>
                                <a:rPr lang="ja-JP" altLang="en-US" i="1">
                                  <a:latin typeface="Cambria Math" panose="02040503050406030204" pitchFamily="18" charset="0"/>
                                  <a:ea typeface="Cambria Math"/>
                                </a:rPr>
                              </m:ctrlPr>
                            </m:naryPr>
                            <m:sub/>
                            <m:sup/>
                            <m:e>
                              <m:sSup>
                                <m:sSupPr>
                                  <m:ctrlPr>
                                    <a:rPr lang="ja-JP" altLang="en-US" i="1">
                                      <a:latin typeface="Cambria Math" panose="02040503050406030204" pitchFamily="18" charset="0"/>
                                      <a:ea typeface="Cambria Math"/>
                                    </a:rPr>
                                  </m:ctrlPr>
                                </m:sSupPr>
                                <m:e>
                                  <m:d>
                                    <m:dPr>
                                      <m:ctrlPr>
                                        <a:rPr lang="ja-JP" altLang="en-US" i="1">
                                          <a:latin typeface="Cambria Math" panose="02040503050406030204" pitchFamily="18" charset="0"/>
                                          <a:ea typeface="Cambria Math"/>
                                        </a:rPr>
                                      </m:ctrlPr>
                                    </m:dPr>
                                    <m:e>
                                      <m:sSub>
                                        <m:sSubPr>
                                          <m:ctrlPr>
                                            <a:rPr lang="ja-JP" altLang="en-US" i="1">
                                              <a:latin typeface="Cambria Math" panose="02040503050406030204" pitchFamily="18" charset="0"/>
                                              <a:ea typeface="Cambria Math"/>
                                            </a:rPr>
                                          </m:ctrlPr>
                                        </m:sSubPr>
                                        <m:e>
                                          <m:r>
                                            <a:rPr lang="ja-JP" altLang="en-US" i="1">
                                              <a:latin typeface="Cambria Math"/>
                                              <a:ea typeface="Cambria Math"/>
                                            </a:rPr>
                                            <m:t>𝑥</m:t>
                                          </m:r>
                                        </m:e>
                                        <m:sub>
                                          <m:r>
                                            <a:rPr lang="ja-JP" altLang="en-US" i="1">
                                              <a:latin typeface="Cambria Math"/>
                                              <a:ea typeface="Cambria Math"/>
                                            </a:rPr>
                                            <m:t>𝑖</m:t>
                                          </m:r>
                                        </m:sub>
                                      </m:sSub>
                                      <m:r>
                                        <a:rPr lang="ja-JP" altLang="en-US">
                                          <a:latin typeface="Cambria Math"/>
                                          <a:ea typeface="Cambria Math"/>
                                        </a:rPr>
                                        <m:t>−</m:t>
                                      </m:r>
                                      <m:sSub>
                                        <m:sSubPr>
                                          <m:ctrlPr>
                                            <a:rPr lang="ja-JP" altLang="en-US" i="1">
                                              <a:latin typeface="Cambria Math" panose="02040503050406030204" pitchFamily="18" charset="0"/>
                                              <a:ea typeface="Cambria Math"/>
                                            </a:rPr>
                                          </m:ctrlPr>
                                        </m:sSubPr>
                                        <m:e>
                                          <m:r>
                                            <a:rPr lang="ja-JP" altLang="en-US" i="1">
                                              <a:latin typeface="Cambria Math"/>
                                              <a:ea typeface="Cambria Math"/>
                                            </a:rPr>
                                            <m:t>𝑥</m:t>
                                          </m:r>
                                        </m:e>
                                        <m:sub>
                                          <m:r>
                                            <a:rPr lang="ja-JP" altLang="en-US" i="1">
                                              <a:latin typeface="Cambria Math"/>
                                              <a:ea typeface="Cambria Math"/>
                                            </a:rPr>
                                            <m:t>𝑗</m:t>
                                          </m:r>
                                        </m:sub>
                                      </m:sSub>
                                    </m:e>
                                  </m:d>
                                </m:e>
                                <m:sup>
                                  <m:r>
                                    <a:rPr lang="en-US" altLang="ja-JP">
                                      <a:latin typeface="Cambria Math"/>
                                      <a:ea typeface="Cambria Math"/>
                                    </a:rPr>
                                    <m:t>2</m:t>
                                  </m:r>
                                </m:sup>
                              </m:sSup>
                            </m:e>
                          </m:nary>
                        </m:e>
                      </m:rad>
                    </m:oMath>
                  </m:oMathPara>
                </a14:m>
                <a:endParaRPr kumimoji="1" lang="ja-JP" altLang="en-US">
                  <a:latin typeface="UD Digi Kyokasho NK-R" panose="02020400000000000000" pitchFamily="18" charset="-128"/>
                  <a:ea typeface="UD Digi Kyokasho NK-R" panose="02020400000000000000" pitchFamily="18" charset="-128"/>
                </a:endParaRPr>
              </a:p>
            </p:txBody>
          </p:sp>
        </mc:Choice>
        <mc:Fallback>
          <p:sp>
            <p:nvSpPr>
              <p:cNvPr id="17" name="テキスト ボックス 16">
                <a:extLst>
                  <a:ext uri="{FF2B5EF4-FFF2-40B4-BE49-F238E27FC236}">
                    <a16:creationId xmlns:a16="http://schemas.microsoft.com/office/drawing/2014/main" id="{E818304B-B304-C8E0-1DA6-C3A7441A4BC2}"/>
                  </a:ext>
                </a:extLst>
              </p:cNvPr>
              <p:cNvSpPr txBox="1">
                <a:spLocks noRot="1" noChangeAspect="1" noMove="1" noResize="1" noEditPoints="1" noAdjustHandles="1" noChangeArrowheads="1" noChangeShapeType="1" noTextEdit="1"/>
              </p:cNvSpPr>
              <p:nvPr/>
            </p:nvSpPr>
            <p:spPr>
              <a:xfrm>
                <a:off x="4831992" y="1578872"/>
                <a:ext cx="3522118" cy="1580113"/>
              </a:xfrm>
              <a:prstGeom prst="rect">
                <a:avLst/>
              </a:prstGeom>
              <a:blipFill>
                <a:blip r:embed="rId5"/>
                <a:stretch>
                  <a:fillRect l="-1439" t="-14400" r="-719" b="-77600"/>
                </a:stretch>
              </a:blipFill>
            </p:spPr>
            <p:txBody>
              <a:bodyPr/>
              <a:lstStyle/>
              <a:p>
                <a:r>
                  <a:rPr lang="ja-JP" altLang="en-US">
                    <a:noFill/>
                  </a:rPr>
                  <a:t> </a:t>
                </a:r>
              </a:p>
            </p:txBody>
          </p:sp>
        </mc:Fallback>
      </mc:AlternateContent>
      <p:pic>
        <p:nvPicPr>
          <p:cNvPr id="19" name="図 18">
            <a:extLst>
              <a:ext uri="{FF2B5EF4-FFF2-40B4-BE49-F238E27FC236}">
                <a16:creationId xmlns:a16="http://schemas.microsoft.com/office/drawing/2014/main" id="{AE2F6814-CE89-1B05-6D07-843A81FC2B74}"/>
              </a:ext>
            </a:extLst>
          </p:cNvPr>
          <p:cNvPicPr>
            <a:picLocks noChangeAspect="1"/>
          </p:cNvPicPr>
          <p:nvPr/>
        </p:nvPicPr>
        <p:blipFill>
          <a:blip r:embed="rId6"/>
          <a:srcRect b="3600"/>
          <a:stretch>
            <a:fillRect/>
          </a:stretch>
        </p:blipFill>
        <p:spPr>
          <a:xfrm>
            <a:off x="675765" y="3135120"/>
            <a:ext cx="6911690" cy="3088643"/>
          </a:xfrm>
          <a:prstGeom prst="rect">
            <a:avLst/>
          </a:prstGeom>
        </p:spPr>
      </p:pic>
    </p:spTree>
    <p:extLst>
      <p:ext uri="{BB962C8B-B14F-4D97-AF65-F5344CB8AC3E}">
        <p14:creationId xmlns:p14="http://schemas.microsoft.com/office/powerpoint/2010/main" val="1171556914"/>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DA359-1A2F-C2F1-DD35-A90EA00FD48B}"/>
            </a:ext>
          </a:extLst>
        </p:cNvPr>
        <p:cNvGrpSpPr/>
        <p:nvPr/>
      </p:nvGrpSpPr>
      <p:grpSpPr>
        <a:xfrm>
          <a:off x="0" y="0"/>
          <a:ext cx="0" cy="0"/>
          <a:chOff x="0" y="0"/>
          <a:chExt cx="0" cy="0"/>
        </a:xfrm>
      </p:grpSpPr>
      <p:sp>
        <p:nvSpPr>
          <p:cNvPr id="8" name="Text 6">
            <a:extLst>
              <a:ext uri="{FF2B5EF4-FFF2-40B4-BE49-F238E27FC236}">
                <a16:creationId xmlns:a16="http://schemas.microsoft.com/office/drawing/2014/main" id="{1F8AA18E-839F-7C35-F2FA-6ABAF1341EC6}"/>
              </a:ext>
            </a:extLst>
          </p:cNvPr>
          <p:cNvSpPr/>
          <p:nvPr/>
        </p:nvSpPr>
        <p:spPr>
          <a:xfrm>
            <a:off x="331950" y="960776"/>
            <a:ext cx="4240049" cy="375738"/>
          </a:xfrm>
          <a:prstGeom prst="rect">
            <a:avLst/>
          </a:prstGeom>
          <a:noFill/>
          <a:ln/>
        </p:spPr>
        <p:txBody>
          <a:bodyPr wrap="square" lIns="0" tIns="0" rIns="0" bIns="0" rtlCol="0" anchor="ctr"/>
          <a:lstStyle/>
          <a:p>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デンドログラム（</a:t>
            </a:r>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50</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サンプル・</a:t>
            </a:r>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Ward</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法）</a:t>
            </a:r>
            <a:endParaRPr lang="ja-JP" altLang="en-US" sz="2000" dirty="0">
              <a:latin typeface="UD Digi Kyokasho NK-R" panose="02020400000000000000" pitchFamily="18" charset="-128"/>
              <a:ea typeface="UD Digi Kyokasho NK-R" panose="02020400000000000000" pitchFamily="18" charset="-128"/>
            </a:endParaRPr>
          </a:p>
        </p:txBody>
      </p:sp>
      <p:pic>
        <p:nvPicPr>
          <p:cNvPr id="9" name="Image 0" descr="figs/cell14_7.png">
            <a:extLst>
              <a:ext uri="{FF2B5EF4-FFF2-40B4-BE49-F238E27FC236}">
                <a16:creationId xmlns:a16="http://schemas.microsoft.com/office/drawing/2014/main" id="{82E536DF-3743-5C98-BC1B-D809B5768A97}"/>
              </a:ext>
            </a:extLst>
          </p:cNvPr>
          <p:cNvPicPr>
            <a:picLocks noChangeAspect="1"/>
          </p:cNvPicPr>
          <p:nvPr/>
        </p:nvPicPr>
        <p:blipFill>
          <a:blip r:embed="rId4"/>
          <a:stretch>
            <a:fillRect/>
          </a:stretch>
        </p:blipFill>
        <p:spPr>
          <a:xfrm>
            <a:off x="1604153" y="1336514"/>
            <a:ext cx="4450755" cy="3996000"/>
          </a:xfrm>
          <a:prstGeom prst="rect">
            <a:avLst/>
          </a:prstGeom>
        </p:spPr>
      </p:pic>
      <p:sp>
        <p:nvSpPr>
          <p:cNvPr id="2" name="タイトル 1">
            <a:extLst>
              <a:ext uri="{FF2B5EF4-FFF2-40B4-BE49-F238E27FC236}">
                <a16:creationId xmlns:a16="http://schemas.microsoft.com/office/drawing/2014/main" id="{AA33F43A-F944-D431-6FB7-98D1EDF7016A}"/>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デンドログラム</a:t>
            </a:r>
            <a:endParaRPr lang="ja-JP" altLang="en-US">
              <a:latin typeface="UD Digi Kyokasho NK-R" panose="02020400000000000000" pitchFamily="18" charset="-128"/>
              <a:ea typeface="UD Digi Kyokasho NK-R" panose="02020400000000000000" pitchFamily="18" charset="-128"/>
            </a:endParaRPr>
          </a:p>
        </p:txBody>
      </p:sp>
      <p:sp>
        <p:nvSpPr>
          <p:cNvPr id="15" name="テキスト ボックス 14">
            <a:extLst>
              <a:ext uri="{FF2B5EF4-FFF2-40B4-BE49-F238E27FC236}">
                <a16:creationId xmlns:a16="http://schemas.microsoft.com/office/drawing/2014/main" id="{1FADB74E-59E4-6AC8-61E0-45A5DDE3A638}"/>
              </a:ext>
            </a:extLst>
          </p:cNvPr>
          <p:cNvSpPr txBox="1"/>
          <p:nvPr/>
        </p:nvSpPr>
        <p:spPr>
          <a:xfrm>
            <a:off x="302045" y="5716528"/>
            <a:ext cx="8539907" cy="400110"/>
          </a:xfrm>
          <a:prstGeom prst="rect">
            <a:avLst/>
          </a:prstGeom>
          <a:noFill/>
        </p:spPr>
        <p:txBody>
          <a:bodyPr wrap="square">
            <a:spAutoFit/>
          </a:bodyPr>
          <a:lstStyle/>
          <a:p>
            <a:pPr algn="ctr">
              <a:spcAft>
                <a:spcPts val="300"/>
              </a:spcAft>
            </a:pP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60,000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点では重いため，デンドログラムは </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PCA15</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次元・</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50</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サンプルで作成</a:t>
            </a:r>
            <a:endParaRPr lang="ja-JP" altLang="en-US"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p:txBody>
      </p:sp>
      <p:cxnSp>
        <p:nvCxnSpPr>
          <p:cNvPr id="4" name="直線コネクタ 3">
            <a:extLst>
              <a:ext uri="{FF2B5EF4-FFF2-40B4-BE49-F238E27FC236}">
                <a16:creationId xmlns:a16="http://schemas.microsoft.com/office/drawing/2014/main" id="{708A35F8-3A8F-D930-464B-F1ED78AE95DD}"/>
              </a:ext>
            </a:extLst>
          </p:cNvPr>
          <p:cNvCxnSpPr>
            <a:cxnSpLocks/>
          </p:cNvCxnSpPr>
          <p:nvPr/>
        </p:nvCxnSpPr>
        <p:spPr>
          <a:xfrm>
            <a:off x="3720673" y="1513114"/>
            <a:ext cx="0" cy="381940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F88946EA-9359-668A-084E-75A097E77215}"/>
              </a:ext>
            </a:extLst>
          </p:cNvPr>
          <p:cNvSpPr txBox="1"/>
          <p:nvPr/>
        </p:nvSpPr>
        <p:spPr>
          <a:xfrm>
            <a:off x="3440395" y="5324448"/>
            <a:ext cx="788999" cy="369332"/>
          </a:xfrm>
          <a:prstGeom prst="rect">
            <a:avLst/>
          </a:prstGeom>
          <a:noFill/>
        </p:spPr>
        <p:txBody>
          <a:bodyPr wrap="none" rtlCol="0">
            <a:spAutoFit/>
          </a:bodyPr>
          <a:lstStyle/>
          <a:p>
            <a:r>
              <a:rPr kumimoji="1" lang="en-US" altLang="ja-JP" dirty="0">
                <a:latin typeface="UD Digi Kyokasho NK-R" panose="02020400000000000000" pitchFamily="18" charset="-128"/>
                <a:ea typeface="UD Digi Kyokasho NK-R" panose="02020400000000000000" pitchFamily="18" charset="-128"/>
              </a:rPr>
              <a:t>k=10</a:t>
            </a:r>
            <a:endParaRPr kumimoji="1" lang="ja-JP" altLang="en-US">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365653808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F2939C5F-1CFA-04CB-2222-F555B2453BCC}"/>
              </a:ext>
            </a:extLst>
          </p:cNvPr>
          <p:cNvPicPr>
            <a:picLocks noChangeAspect="1"/>
          </p:cNvPicPr>
          <p:nvPr/>
        </p:nvPicPr>
        <p:blipFill>
          <a:blip r:embed="rId2"/>
          <a:stretch>
            <a:fillRect/>
          </a:stretch>
        </p:blipFill>
        <p:spPr>
          <a:xfrm>
            <a:off x="889000" y="1443421"/>
            <a:ext cx="7366000" cy="4762500"/>
          </a:xfrm>
          <a:prstGeom prst="rect">
            <a:avLst/>
          </a:prstGeom>
          <a:noFill/>
        </p:spPr>
      </p:pic>
      <p:sp>
        <p:nvSpPr>
          <p:cNvPr id="2" name="タイトル 1">
            <a:extLst>
              <a:ext uri="{FF2B5EF4-FFF2-40B4-BE49-F238E27FC236}">
                <a16:creationId xmlns:a16="http://schemas.microsoft.com/office/drawing/2014/main" id="{767E2E5B-832B-7645-65B7-4DE32C659D9A}"/>
              </a:ext>
            </a:extLst>
          </p:cNvPr>
          <p:cNvSpPr>
            <a:spLocks noGrp="1"/>
          </p:cNvSpPr>
          <p:nvPr>
            <p:ph type="title"/>
          </p:nvPr>
        </p:nvSpPr>
        <p:spPr/>
        <p:txBody>
          <a:bodyPr anchor="ctr">
            <a:normAutofit/>
          </a:bodyPr>
          <a:lstStyle/>
          <a:p>
            <a:r>
              <a:rPr lang="ja-JP" altLang="en-US" b="1">
                <a:latin typeface="UD Digi Kyokasho NK-R" panose="02020400000000000000" pitchFamily="18" charset="-128"/>
                <a:ea typeface="UD Digi Kyokasho NK-R" panose="02020400000000000000" pitchFamily="18" charset="-128"/>
              </a:rPr>
              <a:t>デンドログラムのラベル比較</a:t>
            </a:r>
          </a:p>
        </p:txBody>
      </p:sp>
      <p:sp>
        <p:nvSpPr>
          <p:cNvPr id="6" name="Takeaway">
            <a:extLst>
              <a:ext uri="{FF2B5EF4-FFF2-40B4-BE49-F238E27FC236}">
                <a16:creationId xmlns:a16="http://schemas.microsoft.com/office/drawing/2014/main" id="{02CB71B1-3B89-ED44-8D81-AF49332CC664}"/>
              </a:ext>
            </a:extLst>
          </p:cNvPr>
          <p:cNvSpPr txBox="1"/>
          <p:nvPr/>
        </p:nvSpPr>
        <p:spPr>
          <a:xfrm>
            <a:off x="508000" y="780465"/>
            <a:ext cx="8128000" cy="813971"/>
          </a:xfrm>
          <a:prstGeom prst="rect">
            <a:avLst/>
          </a:prstGeom>
          <a:noFill/>
        </p:spPr>
        <p:txBody>
          <a:bodyPr vertOverflow="overflow" vert="horz" wrap="square" rtlCol="0" anchor="ctr" anchorCtr="0">
            <a:noAutofit/>
          </a:bodyPr>
          <a:lstStyle/>
          <a:p>
            <a:pPr algn="l"/>
            <a:r>
              <a:rPr lang="ja-JP" altLang="en-US" sz="2000">
                <a:solidFill>
                  <a:srgbClr val="0E2841"/>
                </a:solidFill>
                <a:latin typeface="UD Digi Kyokasho NK-R" panose="02020400000000000000" pitchFamily="18" charset="-128"/>
                <a:ea typeface="UD Digi Kyokasho NK-R" panose="02020400000000000000" pitchFamily="18" charset="-128"/>
              </a:rPr>
              <a:t>階層クラスタリングの分割は正解ラベルと十分には一致せず、</a:t>
            </a:r>
            <a:endParaRPr lang="en-US" altLang="ja-JP" sz="2000" dirty="0">
              <a:solidFill>
                <a:srgbClr val="0E2841"/>
              </a:solidFill>
              <a:latin typeface="UD Digi Kyokasho NK-R" panose="02020400000000000000" pitchFamily="18" charset="-128"/>
              <a:ea typeface="UD Digi Kyokasho NK-R" panose="02020400000000000000" pitchFamily="18" charset="-128"/>
            </a:endParaRPr>
          </a:p>
          <a:p>
            <a:pPr algn="l"/>
            <a:r>
              <a:rPr lang="ja-JP" altLang="en-US" sz="2000">
                <a:solidFill>
                  <a:srgbClr val="0E2841"/>
                </a:solidFill>
                <a:latin typeface="UD Digi Kyokasho NK-R" panose="02020400000000000000" pitchFamily="18" charset="-128"/>
                <a:ea typeface="UD Digi Kyokasho NK-R" panose="02020400000000000000" pitchFamily="18" charset="-128"/>
              </a:rPr>
              <a:t>デンドログラムの分岐がクラス境界を明確には再現できていない。</a:t>
            </a:r>
          </a:p>
        </p:txBody>
      </p:sp>
    </p:spTree>
    <p:extLst>
      <p:ext uri="{BB962C8B-B14F-4D97-AF65-F5344CB8AC3E}">
        <p14:creationId xmlns:p14="http://schemas.microsoft.com/office/powerpoint/2010/main" val="1472219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4" name="Shape 5">
            <a:extLst>
              <a:ext uri="{FF2B5EF4-FFF2-40B4-BE49-F238E27FC236}">
                <a16:creationId xmlns:a16="http://schemas.microsoft.com/office/drawing/2014/main" id="{DD430BEF-91C9-5329-9139-F1D714450E36}"/>
              </a:ext>
            </a:extLst>
          </p:cNvPr>
          <p:cNvSpPr>
            <a:spLocks/>
          </p:cNvSpPr>
          <p:nvPr/>
        </p:nvSpPr>
        <p:spPr>
          <a:xfrm>
            <a:off x="4639206" y="1313820"/>
            <a:ext cx="4428000" cy="3528000"/>
          </a:xfrm>
          <a:prstGeom prst="roundRect">
            <a:avLst>
              <a:gd name="adj" fmla="val 1519"/>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350">
              <a:latin typeface="UD Digi Kyokasho NK-R" panose="02020400000000000000" pitchFamily="18" charset="-128"/>
              <a:ea typeface="UD Digi Kyokasho NK-R" panose="02020400000000000000" pitchFamily="18" charset="-128"/>
            </a:endParaRPr>
          </a:p>
        </p:txBody>
      </p:sp>
      <p:sp>
        <p:nvSpPr>
          <p:cNvPr id="13" name="Shape 5">
            <a:extLst>
              <a:ext uri="{FF2B5EF4-FFF2-40B4-BE49-F238E27FC236}">
                <a16:creationId xmlns:a16="http://schemas.microsoft.com/office/drawing/2014/main" id="{132A1B9E-8CD7-02E5-0FE5-AB71B1EBE235}"/>
              </a:ext>
            </a:extLst>
          </p:cNvPr>
          <p:cNvSpPr>
            <a:spLocks/>
          </p:cNvSpPr>
          <p:nvPr/>
        </p:nvSpPr>
        <p:spPr>
          <a:xfrm>
            <a:off x="76796" y="1313820"/>
            <a:ext cx="4428000" cy="3528000"/>
          </a:xfrm>
          <a:prstGeom prst="roundRect">
            <a:avLst>
              <a:gd name="adj" fmla="val 1519"/>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350">
              <a:latin typeface="UD Digi Kyokasho NK-R" panose="02020400000000000000" pitchFamily="18" charset="-128"/>
              <a:ea typeface="UD Digi Kyokasho NK-R" panose="02020400000000000000" pitchFamily="18" charset="-128"/>
            </a:endParaRPr>
          </a:p>
        </p:txBody>
      </p:sp>
      <p:sp>
        <p:nvSpPr>
          <p:cNvPr id="5" name="Text 3"/>
          <p:cNvSpPr/>
          <p:nvPr/>
        </p:nvSpPr>
        <p:spPr>
          <a:xfrm>
            <a:off x="188260" y="1509683"/>
            <a:ext cx="3840480" cy="274320"/>
          </a:xfrm>
          <a:prstGeom prst="rect">
            <a:avLst/>
          </a:prstGeom>
          <a:noFill/>
          <a:ln/>
        </p:spPr>
        <p:txBody>
          <a:bodyPr wrap="square" lIns="0" tIns="0" rIns="0" bIns="0" rtlCol="0" anchor="ctr"/>
          <a:lstStyle/>
          <a:p>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元の </a:t>
            </a:r>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散布図に色付け</a:t>
            </a:r>
            <a:endParaRPr lang="ja-JP" altLang="en-US" sz="2000" dirty="0">
              <a:latin typeface="UD Digi Kyokasho NK-R" panose="02020400000000000000" pitchFamily="18" charset="-128"/>
              <a:ea typeface="UD Digi Kyokasho NK-R" panose="02020400000000000000" pitchFamily="18" charset="-128"/>
            </a:endParaRPr>
          </a:p>
        </p:txBody>
      </p:sp>
      <p:sp>
        <p:nvSpPr>
          <p:cNvPr id="8" name="Text 5"/>
          <p:cNvSpPr/>
          <p:nvPr/>
        </p:nvSpPr>
        <p:spPr>
          <a:xfrm>
            <a:off x="4789170" y="1509683"/>
            <a:ext cx="3840480" cy="274320"/>
          </a:xfrm>
          <a:prstGeom prst="rect">
            <a:avLst/>
          </a:prstGeom>
          <a:noFill/>
          <a:ln/>
        </p:spPr>
        <p:txBody>
          <a:bodyPr wrap="square" lIns="0" tIns="0" rIns="0" bIns="0" rtlCol="0" anchor="ctr"/>
          <a:lstStyle/>
          <a:p>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元の </a:t>
            </a:r>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散布図に色付け</a:t>
            </a:r>
            <a:endParaRPr lang="ja-JP" altLang="en-US" sz="2000" dirty="0">
              <a:latin typeface="UD Digi Kyokasho NK-R" panose="02020400000000000000" pitchFamily="18" charset="-128"/>
              <a:ea typeface="UD Digi Kyokasho NK-R" panose="02020400000000000000" pitchFamily="18" charset="-128"/>
            </a:endParaRPr>
          </a:p>
        </p:txBody>
      </p:sp>
      <p:sp>
        <p:nvSpPr>
          <p:cNvPr id="10" name="Text 6"/>
          <p:cNvSpPr/>
          <p:nvPr/>
        </p:nvSpPr>
        <p:spPr>
          <a:xfrm>
            <a:off x="411480" y="5338953"/>
            <a:ext cx="8298180" cy="813972"/>
          </a:xfrm>
          <a:prstGeom prst="rect">
            <a:avLst/>
          </a:prstGeom>
          <a:noFill/>
          <a:ln/>
        </p:spPr>
        <p:txBody>
          <a:bodyPr wrap="square" lIns="0" tIns="0" rIns="0" bIns="0" rtlCol="0" anchor="ctr"/>
          <a:lstStyle/>
          <a:p>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点の位置は前半の散布図の</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まま，</a:t>
            </a:r>
            <a:endPar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色</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だけを階層的クラスタリングのクラスター番号に置き換えて重ねている。</a:t>
            </a:r>
            <a:endParaRPr lang="ja-JP" altLang="en-US" sz="2000" dirty="0">
              <a:latin typeface="UD Digi Kyokasho NK-R" panose="02020400000000000000" pitchFamily="18" charset="-128"/>
              <a:ea typeface="UD Digi Kyokasho NK-R" panose="02020400000000000000" pitchFamily="18" charset="-128"/>
            </a:endParaRPr>
          </a:p>
        </p:txBody>
      </p:sp>
      <p:sp>
        <p:nvSpPr>
          <p:cNvPr id="2" name="タイトル 1">
            <a:extLst>
              <a:ext uri="{FF2B5EF4-FFF2-40B4-BE49-F238E27FC236}">
                <a16:creationId xmlns:a16="http://schemas.microsoft.com/office/drawing/2014/main" id="{877B7E5E-E23A-E69B-F55D-863F3D90E1E7}"/>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クラスタリング結果を散布図に併記</a:t>
            </a:r>
            <a:endParaRPr lang="ja-JP" altLang="en-US">
              <a:latin typeface="UD Digi Kyokasho NK-R" panose="02020400000000000000" pitchFamily="18" charset="-128"/>
              <a:ea typeface="UD Digi Kyokasho NK-R" panose="02020400000000000000" pitchFamily="18" charset="-128"/>
            </a:endParaRPr>
          </a:p>
        </p:txBody>
      </p:sp>
      <p:pic>
        <p:nvPicPr>
          <p:cNvPr id="15" name="図 14">
            <a:extLst>
              <a:ext uri="{FF2B5EF4-FFF2-40B4-BE49-F238E27FC236}">
                <a16:creationId xmlns:a16="http://schemas.microsoft.com/office/drawing/2014/main" id="{85CC9D77-66BD-62DD-7BDB-28632724AF81}"/>
              </a:ext>
            </a:extLst>
          </p:cNvPr>
          <p:cNvPicPr>
            <a:picLocks noChangeAspect="1"/>
          </p:cNvPicPr>
          <p:nvPr/>
        </p:nvPicPr>
        <p:blipFill>
          <a:blip r:embed="rId3"/>
          <a:stretch>
            <a:fillRect/>
          </a:stretch>
        </p:blipFill>
        <p:spPr>
          <a:xfrm>
            <a:off x="291645" y="1962911"/>
            <a:ext cx="3998301" cy="2700000"/>
          </a:xfrm>
          <a:prstGeom prst="rect">
            <a:avLst/>
          </a:prstGeom>
        </p:spPr>
      </p:pic>
      <p:pic>
        <p:nvPicPr>
          <p:cNvPr id="16" name="図 15">
            <a:extLst>
              <a:ext uri="{FF2B5EF4-FFF2-40B4-BE49-F238E27FC236}">
                <a16:creationId xmlns:a16="http://schemas.microsoft.com/office/drawing/2014/main" id="{8D3E16CE-2370-F9D3-9488-5F496BAA50FB}"/>
              </a:ext>
            </a:extLst>
          </p:cNvPr>
          <p:cNvPicPr>
            <a:picLocks noChangeAspect="1"/>
          </p:cNvPicPr>
          <p:nvPr/>
        </p:nvPicPr>
        <p:blipFill>
          <a:blip r:embed="rId4"/>
          <a:stretch>
            <a:fillRect/>
          </a:stretch>
        </p:blipFill>
        <p:spPr>
          <a:xfrm>
            <a:off x="4773633" y="1962911"/>
            <a:ext cx="4159145" cy="2700000"/>
          </a:xfrm>
          <a:prstGeom prst="rect">
            <a:avLst/>
          </a:prstGeom>
        </p:spPr>
      </p:pic>
    </p:spTree>
    <p:extLst>
      <p:ext uri="{BB962C8B-B14F-4D97-AF65-F5344CB8AC3E}">
        <p14:creationId xmlns:p14="http://schemas.microsoft.com/office/powerpoint/2010/main" val="3633597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188260" y="820923"/>
            <a:ext cx="9066487" cy="1371601"/>
          </a:xfrm>
          <a:prstGeom prst="rect">
            <a:avLst/>
          </a:prstGeom>
          <a:noFill/>
          <a:ln/>
        </p:spPr>
        <p:txBody>
          <a:bodyPr wrap="square" lIns="0" tIns="0" rIns="0" bIns="0" rtlCol="0" anchor="ctr"/>
          <a:lstStyle/>
          <a:p>
            <a:r>
              <a:rPr lang="en-US" altLang="ja-JP" sz="24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k-means </a:t>
            </a:r>
            <a:r>
              <a:rPr lang="ja-JP" altLang="en-US" sz="2400" b="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とは</a:t>
            </a:r>
            <a:endParaRPr lang="en-US" altLang="ja-JP" sz="2400"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endParaRPr>
          </a:p>
          <a:p>
            <a:r>
              <a:rPr lang="en-US" altLang="ja-JP" sz="2000" b="1" dirty="0">
                <a:solidFill>
                  <a:srgbClr val="156082"/>
                </a:solidFill>
                <a:latin typeface="UD Digi Kyokasho NK-R" panose="02020400000000000000" pitchFamily="18" charset="-128"/>
                <a:ea typeface="UD Digi Kyokasho NK-R" panose="02020400000000000000" pitchFamily="18" charset="-128"/>
              </a:rPr>
              <a:t>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クラスター数 </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k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を先に決め，</a:t>
            </a:r>
            <a:endPar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	</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各点を最も近い中心に割り当て→中心を平均位置に更新</a:t>
            </a:r>
            <a:r>
              <a:rPr lang="en-US" altLang="ja-JP" sz="2000"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r>
              <a:rPr lang="ja-JP" altLang="en-US" sz="200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を繰り返す手法</a:t>
            </a:r>
          </a:p>
        </p:txBody>
      </p:sp>
      <p:sp>
        <p:nvSpPr>
          <p:cNvPr id="21" name="タイトル 20">
            <a:extLst>
              <a:ext uri="{FF2B5EF4-FFF2-40B4-BE49-F238E27FC236}">
                <a16:creationId xmlns:a16="http://schemas.microsoft.com/office/drawing/2014/main" id="{1D68FEE0-0545-F521-06E3-3B25790354B9}"/>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非階層的クラスタリング（</a:t>
            </a:r>
            <a:r>
              <a:rPr lang="en-US" altLang="ja-JP" sz="36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k-means</a:t>
            </a:r>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a:t>
            </a:r>
            <a:endParaRPr lang="ja-JP" altLang="en-US">
              <a:latin typeface="UD Digi Kyokasho NK-R" panose="02020400000000000000" pitchFamily="18" charset="-128"/>
              <a:ea typeface="UD Digi Kyokasho NK-R" panose="02020400000000000000" pitchFamily="18" charset="-128"/>
            </a:endParaRPr>
          </a:p>
        </p:txBody>
      </p:sp>
      <p:sp>
        <p:nvSpPr>
          <p:cNvPr id="26" name="テキスト ボックス 25">
            <a:extLst>
              <a:ext uri="{FF2B5EF4-FFF2-40B4-BE49-F238E27FC236}">
                <a16:creationId xmlns:a16="http://schemas.microsoft.com/office/drawing/2014/main" id="{04E1F4E0-3A84-8CD3-7C96-01F7EB83EA39}"/>
              </a:ext>
            </a:extLst>
          </p:cNvPr>
          <p:cNvSpPr txBox="1"/>
          <p:nvPr/>
        </p:nvSpPr>
        <p:spPr>
          <a:xfrm>
            <a:off x="-5804794" y="5455995"/>
            <a:ext cx="5804794" cy="710451"/>
          </a:xfrm>
          <a:prstGeom prst="rect">
            <a:avLst/>
          </a:prstGeom>
          <a:noFill/>
        </p:spPr>
        <p:txBody>
          <a:bodyPr wrap="none" rtlCol="0">
            <a:spAutoFit/>
          </a:bodyPr>
          <a:lstStyle/>
          <a:p>
            <a:pPr>
              <a:spcAft>
                <a:spcPts val="450"/>
              </a:spcAft>
            </a:pP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60,000</a:t>
            </a:r>
            <a:r>
              <a:rPr lang="ja-JP" altLang="en-US">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点でも高速。</a:t>
            </a:r>
            <a:endPar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endParaRPr>
          </a:p>
          <a:p>
            <a:pPr>
              <a:spcAft>
                <a:spcPts val="450"/>
              </a:spcAft>
            </a:pPr>
            <a:r>
              <a:rPr lang="en-US" altLang="ja-JP"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k </a:t>
            </a:r>
            <a:r>
              <a:rPr lang="ja-JP" altLang="en-US">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の事前指定が必要で，丸い形は得意・複雑な形は苦手。</a:t>
            </a:r>
          </a:p>
        </p:txBody>
      </p:sp>
      <p:pic>
        <p:nvPicPr>
          <p:cNvPr id="28" name="図 27">
            <a:extLst>
              <a:ext uri="{FF2B5EF4-FFF2-40B4-BE49-F238E27FC236}">
                <a16:creationId xmlns:a16="http://schemas.microsoft.com/office/drawing/2014/main" id="{CD0F2570-099C-03BE-64B6-FDB331F74AAC}"/>
              </a:ext>
            </a:extLst>
          </p:cNvPr>
          <p:cNvPicPr>
            <a:picLocks noChangeAspect="1"/>
          </p:cNvPicPr>
          <p:nvPr/>
        </p:nvPicPr>
        <p:blipFill>
          <a:blip r:embed="rId4"/>
          <a:srcRect l="1121" t="1649" r="1400" b="1037"/>
          <a:stretch>
            <a:fillRect/>
          </a:stretch>
        </p:blipFill>
        <p:spPr>
          <a:xfrm>
            <a:off x="4317556" y="2192524"/>
            <a:ext cx="4638184" cy="3312000"/>
          </a:xfrm>
          <a:prstGeom prst="rect">
            <a:avLst/>
          </a:prstGeom>
        </p:spPr>
      </p:pic>
      <p:sp>
        <p:nvSpPr>
          <p:cNvPr id="30" name="テキスト ボックス 29">
            <a:extLst>
              <a:ext uri="{FF2B5EF4-FFF2-40B4-BE49-F238E27FC236}">
                <a16:creationId xmlns:a16="http://schemas.microsoft.com/office/drawing/2014/main" id="{9B37CA70-5186-871B-B8F6-9AB87D3D1CED}"/>
              </a:ext>
            </a:extLst>
          </p:cNvPr>
          <p:cNvSpPr txBox="1"/>
          <p:nvPr/>
        </p:nvSpPr>
        <p:spPr>
          <a:xfrm>
            <a:off x="188260" y="2657793"/>
            <a:ext cx="7554684" cy="3508653"/>
          </a:xfrm>
          <a:prstGeom prst="rect">
            <a:avLst/>
          </a:prstGeom>
          <a:noFill/>
        </p:spPr>
        <p:txBody>
          <a:bodyPr wrap="square">
            <a:spAutoFit/>
          </a:bodyPr>
          <a:lstStyle/>
          <a:p>
            <a:pPr marL="0" marR="0" indent="0" algn="l">
              <a:spcBef>
                <a:spcPts val="1200"/>
              </a:spcBef>
              <a:spcAft>
                <a:spcPts val="1200"/>
              </a:spcAft>
            </a:pPr>
            <a:r>
              <a:rPr lang="ja-JP" altLang="en-US" sz="2000">
                <a:latin typeface="UD Digi Kyokasho NK-R" panose="02020400000000000000" pitchFamily="18" charset="-128"/>
                <a:ea typeface="UD Digi Kyokasho NK-R" panose="02020400000000000000" pitchFamily="18" charset="-128"/>
              </a:rPr>
              <a:t>具体的なステップ</a:t>
            </a:r>
            <a:br>
              <a:rPr lang="en-US" altLang="ja-JP" dirty="0">
                <a:latin typeface="UD Digi Kyokasho NK-R" panose="02020400000000000000" pitchFamily="18" charset="-128"/>
                <a:ea typeface="UD Digi Kyokasho NK-R" panose="02020400000000000000" pitchFamily="18" charset="-128"/>
              </a:rPr>
            </a:br>
            <a:r>
              <a:rPr lang="ja-JP" altLang="en-US" b="0" i="0">
                <a:effectLst/>
                <a:latin typeface="UD Digi Kyokasho NK-R" panose="02020400000000000000" pitchFamily="18" charset="-128"/>
                <a:ea typeface="UD Digi Kyokasho NK-R" panose="02020400000000000000" pitchFamily="18" charset="-128"/>
              </a:rPr>
              <a:t>１、</a:t>
            </a:r>
            <a:r>
              <a:rPr lang="ja-JP" altLang="ja-JP" b="0" i="0">
                <a:effectLst/>
                <a:latin typeface="UD Digi Kyokasho NK-R" panose="02020400000000000000" pitchFamily="18" charset="-128"/>
                <a:ea typeface="UD Digi Kyokasho NK-R" panose="02020400000000000000" pitchFamily="18" charset="-128"/>
              </a:rPr>
              <a:t>各点に対してランダムに</a:t>
            </a:r>
            <a:br>
              <a:rPr lang="en-US" altLang="ja-JP" dirty="0">
                <a:latin typeface="UD Digi Kyokasho NK-R" panose="02020400000000000000" pitchFamily="18" charset="-128"/>
                <a:ea typeface="UD Digi Kyokasho NK-R" panose="02020400000000000000" pitchFamily="18" charset="-128"/>
              </a:rPr>
            </a:br>
            <a:r>
              <a:rPr lang="ja-JP" altLang="en-US">
                <a:latin typeface="UD Digi Kyokasho NK-R" panose="02020400000000000000" pitchFamily="18" charset="-128"/>
                <a:ea typeface="UD Digi Kyokasho NK-R" panose="02020400000000000000" pitchFamily="18" charset="-128"/>
              </a:rPr>
              <a:t>　　</a:t>
            </a:r>
            <a:r>
              <a:rPr lang="ja-JP" altLang="ja-JP" b="0" i="0">
                <a:effectLst/>
                <a:latin typeface="UD Digi Kyokasho NK-R" panose="02020400000000000000" pitchFamily="18" charset="-128"/>
                <a:ea typeface="UD Digi Kyokasho NK-R" panose="02020400000000000000" pitchFamily="18" charset="-128"/>
              </a:rPr>
              <a:t>クラスタを割り振る</a:t>
            </a:r>
          </a:p>
          <a:p>
            <a:pPr marL="0" marR="0" indent="0" algn="l">
              <a:spcBef>
                <a:spcPts val="1200"/>
              </a:spcBef>
              <a:spcAft>
                <a:spcPts val="1200"/>
              </a:spcAft>
            </a:pPr>
            <a:r>
              <a:rPr lang="ja-JP" altLang="en-US" sz="1800" b="0" i="0">
                <a:effectLst/>
                <a:latin typeface="UD Digi Kyokasho NK-R" panose="02020400000000000000" pitchFamily="18" charset="-128"/>
                <a:ea typeface="UD Digi Kyokasho NK-R" panose="02020400000000000000" pitchFamily="18" charset="-128"/>
              </a:rPr>
              <a:t>２、</a:t>
            </a:r>
            <a:r>
              <a:rPr lang="ja-JP" altLang="ja-JP" sz="1800" b="0" i="0">
                <a:effectLst/>
                <a:latin typeface="UD Digi Kyokasho NK-R" panose="02020400000000000000" pitchFamily="18" charset="-128"/>
                <a:ea typeface="UD Digi Kyokasho NK-R" panose="02020400000000000000" pitchFamily="18" charset="-128"/>
              </a:rPr>
              <a:t>各クラスタに割り当てられた点</a:t>
            </a:r>
            <a:br>
              <a:rPr lang="en-US" altLang="ja-JP" sz="1800" b="0" i="0" dirty="0">
                <a:effectLst/>
                <a:latin typeface="UD Digi Kyokasho NK-R" panose="02020400000000000000" pitchFamily="18" charset="-128"/>
                <a:ea typeface="UD Digi Kyokasho NK-R" panose="02020400000000000000" pitchFamily="18" charset="-128"/>
              </a:rPr>
            </a:br>
            <a:r>
              <a:rPr lang="ja-JP" altLang="en-US">
                <a:latin typeface="UD Digi Kyokasho NK-R" panose="02020400000000000000" pitchFamily="18" charset="-128"/>
                <a:ea typeface="UD Digi Kyokasho NK-R" panose="02020400000000000000" pitchFamily="18" charset="-128"/>
              </a:rPr>
              <a:t>　　</a:t>
            </a:r>
            <a:r>
              <a:rPr lang="ja-JP" altLang="ja-JP" sz="1800" b="0" i="0">
                <a:effectLst/>
                <a:latin typeface="UD Digi Kyokasho NK-R" panose="02020400000000000000" pitchFamily="18" charset="-128"/>
                <a:ea typeface="UD Digi Kyokasho NK-R" panose="02020400000000000000" pitchFamily="18" charset="-128"/>
              </a:rPr>
              <a:t>について重心を計算する</a:t>
            </a:r>
          </a:p>
          <a:p>
            <a:pPr marL="0" marR="0" indent="0" algn="l">
              <a:spcBef>
                <a:spcPts val="1200"/>
              </a:spcBef>
              <a:spcAft>
                <a:spcPts val="1200"/>
              </a:spcAft>
            </a:pPr>
            <a:r>
              <a:rPr lang="ja-JP" altLang="en-US" sz="1800" b="0" i="0">
                <a:effectLst/>
                <a:latin typeface="UD Digi Kyokasho NK-R" panose="02020400000000000000" pitchFamily="18" charset="-128"/>
                <a:ea typeface="UD Digi Kyokasho NK-R" panose="02020400000000000000" pitchFamily="18" charset="-128"/>
              </a:rPr>
              <a:t>３、</a:t>
            </a:r>
            <a:r>
              <a:rPr lang="ja-JP" altLang="ja-JP" sz="1800" b="0" i="0">
                <a:effectLst/>
                <a:latin typeface="UD Digi Kyokasho NK-R" panose="02020400000000000000" pitchFamily="18" charset="-128"/>
                <a:ea typeface="UD Digi Kyokasho NK-R" panose="02020400000000000000" pitchFamily="18" charset="-128"/>
              </a:rPr>
              <a:t>各点について上記で計算された</a:t>
            </a:r>
            <a:br>
              <a:rPr lang="en-US" altLang="ja-JP" sz="1800" b="0" i="0" dirty="0">
                <a:effectLst/>
                <a:latin typeface="UD Digi Kyokasho NK-R" panose="02020400000000000000" pitchFamily="18" charset="-128"/>
                <a:ea typeface="UD Digi Kyokasho NK-R" panose="02020400000000000000" pitchFamily="18" charset="-128"/>
              </a:rPr>
            </a:br>
            <a:r>
              <a:rPr lang="ja-JP" altLang="en-US" sz="1800" b="0" i="0">
                <a:effectLst/>
                <a:latin typeface="UD Digi Kyokasho NK-R" panose="02020400000000000000" pitchFamily="18" charset="-128"/>
                <a:ea typeface="UD Digi Kyokasho NK-R" panose="02020400000000000000" pitchFamily="18" charset="-128"/>
              </a:rPr>
              <a:t>　　</a:t>
            </a:r>
            <a:r>
              <a:rPr lang="ja-JP" altLang="ja-JP" sz="1800" b="0" i="0">
                <a:effectLst/>
                <a:latin typeface="UD Digi Kyokasho NK-R" panose="02020400000000000000" pitchFamily="18" charset="-128"/>
                <a:ea typeface="UD Digi Kyokasho NK-R" panose="02020400000000000000" pitchFamily="18" charset="-128"/>
              </a:rPr>
              <a:t>重心からの距離を計算し、</a:t>
            </a:r>
            <a:br>
              <a:rPr lang="en-US" altLang="ja-JP" dirty="0">
                <a:latin typeface="UD Digi Kyokasho NK-R" panose="02020400000000000000" pitchFamily="18" charset="-128"/>
                <a:ea typeface="UD Digi Kyokasho NK-R" panose="02020400000000000000" pitchFamily="18" charset="-128"/>
              </a:rPr>
            </a:br>
            <a:r>
              <a:rPr lang="ja-JP" altLang="en-US">
                <a:latin typeface="UD Digi Kyokasho NK-R" panose="02020400000000000000" pitchFamily="18" charset="-128"/>
                <a:ea typeface="UD Digi Kyokasho NK-R" panose="02020400000000000000" pitchFamily="18" charset="-128"/>
              </a:rPr>
              <a:t>　　</a:t>
            </a:r>
            <a:r>
              <a:rPr lang="ja-JP" altLang="ja-JP" sz="1800" b="0" i="0">
                <a:effectLst/>
                <a:latin typeface="UD Digi Kyokasho NK-R" panose="02020400000000000000" pitchFamily="18" charset="-128"/>
                <a:ea typeface="UD Digi Kyokasho NK-R" panose="02020400000000000000" pitchFamily="18" charset="-128"/>
              </a:rPr>
              <a:t>距離が一番近いクラスタに割り当て直す</a:t>
            </a:r>
          </a:p>
          <a:p>
            <a:pPr marL="0" marR="0" indent="0" algn="l">
              <a:spcBef>
                <a:spcPts val="1200"/>
              </a:spcBef>
              <a:spcAft>
                <a:spcPts val="1200"/>
              </a:spcAft>
            </a:pPr>
            <a:r>
              <a:rPr lang="ja-JP" altLang="ja-JP" sz="1800" b="0" i="0">
                <a:effectLst/>
                <a:latin typeface="UD Digi Kyokasho NK-R" panose="02020400000000000000" pitchFamily="18" charset="-128"/>
                <a:ea typeface="UD Digi Kyokasho NK-R" panose="02020400000000000000" pitchFamily="18" charset="-128"/>
              </a:rPr>
              <a:t>2.と3.の工程を、割り当てられるクラスタが変化しなくなるまで行う</a:t>
            </a:r>
          </a:p>
        </p:txBody>
      </p:sp>
    </p:spTree>
    <p:extLst>
      <p:ext uri="{BB962C8B-B14F-4D97-AF65-F5344CB8AC3E}">
        <p14:creationId xmlns:p14="http://schemas.microsoft.com/office/powerpoint/2010/main" val="1154332049"/>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3C3F-73DB-8667-A453-A8B008C9F02C}"/>
            </a:ext>
          </a:extLst>
        </p:cNvPr>
        <p:cNvGrpSpPr/>
        <p:nvPr/>
      </p:nvGrpSpPr>
      <p:grpSpPr>
        <a:xfrm>
          <a:off x="0" y="0"/>
          <a:ext cx="0" cy="0"/>
          <a:chOff x="0" y="0"/>
          <a:chExt cx="0" cy="0"/>
        </a:xfrm>
      </p:grpSpPr>
      <p:grpSp>
        <p:nvGrpSpPr>
          <p:cNvPr id="18" name="グループ化 17">
            <a:extLst>
              <a:ext uri="{FF2B5EF4-FFF2-40B4-BE49-F238E27FC236}">
                <a16:creationId xmlns:a16="http://schemas.microsoft.com/office/drawing/2014/main" id="{43D051F2-6587-753F-6BE8-7537507870D9}"/>
              </a:ext>
            </a:extLst>
          </p:cNvPr>
          <p:cNvGrpSpPr/>
          <p:nvPr/>
        </p:nvGrpSpPr>
        <p:grpSpPr>
          <a:xfrm>
            <a:off x="4572000" y="1313820"/>
            <a:ext cx="4450944" cy="3528000"/>
            <a:chOff x="4572000" y="1313820"/>
            <a:chExt cx="4450944" cy="3528000"/>
          </a:xfrm>
        </p:grpSpPr>
        <p:sp>
          <p:nvSpPr>
            <p:cNvPr id="10" name="Shape 7">
              <a:extLst>
                <a:ext uri="{FF2B5EF4-FFF2-40B4-BE49-F238E27FC236}">
                  <a16:creationId xmlns:a16="http://schemas.microsoft.com/office/drawing/2014/main" id="{BB3978AF-6485-074E-6587-9023E61A43FF}"/>
                </a:ext>
              </a:extLst>
            </p:cNvPr>
            <p:cNvSpPr/>
            <p:nvPr/>
          </p:nvSpPr>
          <p:spPr>
            <a:xfrm>
              <a:off x="4572000" y="1313820"/>
              <a:ext cx="4450944" cy="3528000"/>
            </a:xfrm>
            <a:prstGeom prst="roundRect">
              <a:avLst>
                <a:gd name="adj" fmla="val 1579"/>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350">
                <a:latin typeface="UD Digi Kyokasho NK-R" panose="02020400000000000000" pitchFamily="18" charset="-128"/>
                <a:ea typeface="UD Digi Kyokasho NK-R" panose="02020400000000000000" pitchFamily="18" charset="-128"/>
              </a:endParaRPr>
            </a:p>
          </p:txBody>
        </p:sp>
        <p:sp>
          <p:nvSpPr>
            <p:cNvPr id="11" name="Text 8">
              <a:extLst>
                <a:ext uri="{FF2B5EF4-FFF2-40B4-BE49-F238E27FC236}">
                  <a16:creationId xmlns:a16="http://schemas.microsoft.com/office/drawing/2014/main" id="{2A683255-1307-6F12-E534-846E6DA4DB23}"/>
                </a:ext>
              </a:extLst>
            </p:cNvPr>
            <p:cNvSpPr/>
            <p:nvPr/>
          </p:nvSpPr>
          <p:spPr>
            <a:xfrm>
              <a:off x="4711240" y="1536962"/>
              <a:ext cx="2331720" cy="240030"/>
            </a:xfrm>
            <a:prstGeom prst="rect">
              <a:avLst/>
            </a:prstGeom>
            <a:noFill/>
            <a:ln/>
          </p:spPr>
          <p:txBody>
            <a:bodyPr wrap="square" lIns="0" tIns="0" rIns="0" bIns="0" rtlCol="0" anchor="ctr"/>
            <a:lstStyle/>
            <a:p>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に併記</a:t>
              </a:r>
              <a:endParaRPr lang="ja-JP" altLang="en-US" sz="2000" dirty="0">
                <a:latin typeface="UD Digi Kyokasho NK-R" panose="02020400000000000000" pitchFamily="18" charset="-128"/>
                <a:ea typeface="UD Digi Kyokasho NK-R" panose="02020400000000000000" pitchFamily="18" charset="-128"/>
              </a:endParaRPr>
            </a:p>
          </p:txBody>
        </p:sp>
      </p:grpSp>
      <p:sp>
        <p:nvSpPr>
          <p:cNvPr id="13" name="Text 9">
            <a:extLst>
              <a:ext uri="{FF2B5EF4-FFF2-40B4-BE49-F238E27FC236}">
                <a16:creationId xmlns:a16="http://schemas.microsoft.com/office/drawing/2014/main" id="{91DFD8E9-6269-4837-AC8F-12D35CC2E686}"/>
              </a:ext>
            </a:extLst>
          </p:cNvPr>
          <p:cNvSpPr/>
          <p:nvPr/>
        </p:nvSpPr>
        <p:spPr>
          <a:xfrm>
            <a:off x="525649" y="5500116"/>
            <a:ext cx="7886700" cy="617220"/>
          </a:xfrm>
          <a:prstGeom prst="rect">
            <a:avLst/>
          </a:prstGeom>
          <a:noFill/>
          <a:ln/>
        </p:spPr>
        <p:txBody>
          <a:bodyPr wrap="square" lIns="0" tIns="0" rIns="0" bIns="0" rtlCol="0" anchor="t"/>
          <a:lstStyle/>
          <a:p>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入力は </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圧縮ではなく</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標準化済み元データ</a:t>
            </a:r>
            <a:endPar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全 </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60,000 </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点をクラスタリングし</a:t>
            </a:r>
            <a:r>
              <a:rPr lang="ja-JP" altLang="en-US"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，結果を </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sz="2000"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UMAP</a:t>
            </a:r>
            <a:r>
              <a:rPr lang="ja-JP" altLang="en-US" sz="200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に併記</a:t>
            </a:r>
            <a:endParaRPr lang="ja-JP" altLang="en-US" sz="2000" dirty="0">
              <a:latin typeface="UD Digi Kyokasho NK-R" panose="02020400000000000000" pitchFamily="18" charset="-128"/>
              <a:ea typeface="UD Digi Kyokasho NK-R" panose="02020400000000000000" pitchFamily="18" charset="-128"/>
            </a:endParaRPr>
          </a:p>
        </p:txBody>
      </p:sp>
      <p:sp>
        <p:nvSpPr>
          <p:cNvPr id="21" name="タイトル 20">
            <a:extLst>
              <a:ext uri="{FF2B5EF4-FFF2-40B4-BE49-F238E27FC236}">
                <a16:creationId xmlns:a16="http://schemas.microsoft.com/office/drawing/2014/main" id="{AF6CCB21-E54A-CA6D-E30B-D2A306F27727}"/>
              </a:ext>
            </a:extLst>
          </p:cNvPr>
          <p:cNvSpPr>
            <a:spLocks noGrp="1"/>
          </p:cNvSpPr>
          <p:nvPr>
            <p:ph type="title"/>
          </p:nvPr>
        </p:nvSpPr>
        <p:spPr/>
        <p:txBody>
          <a:bodyPr>
            <a:normAutofit/>
          </a:bodyPr>
          <a:lstStyle/>
          <a:p>
            <a:r>
              <a:rPr lang="ja-JP" altLang="en-US" sz="3600" b="1">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クラスタリング結果を散布図に併記</a:t>
            </a:r>
            <a:endParaRPr lang="ja-JP" altLang="en-US" sz="3200">
              <a:latin typeface="UD Digi Kyokasho NK-R" panose="02020400000000000000" pitchFamily="18" charset="-128"/>
              <a:ea typeface="UD Digi Kyokasho NK-R" panose="02020400000000000000" pitchFamily="18" charset="-128"/>
            </a:endParaRPr>
          </a:p>
        </p:txBody>
      </p:sp>
      <p:grpSp>
        <p:nvGrpSpPr>
          <p:cNvPr id="19" name="グループ化 18">
            <a:extLst>
              <a:ext uri="{FF2B5EF4-FFF2-40B4-BE49-F238E27FC236}">
                <a16:creationId xmlns:a16="http://schemas.microsoft.com/office/drawing/2014/main" id="{34FC7014-3E0F-CC06-E2D7-6BBDA0DEDDA0}"/>
              </a:ext>
            </a:extLst>
          </p:cNvPr>
          <p:cNvGrpSpPr/>
          <p:nvPr/>
        </p:nvGrpSpPr>
        <p:grpSpPr>
          <a:xfrm>
            <a:off x="76796" y="1313820"/>
            <a:ext cx="4428000" cy="3528000"/>
            <a:chOff x="121056" y="1440953"/>
            <a:chExt cx="4428000" cy="3528000"/>
          </a:xfrm>
        </p:grpSpPr>
        <p:sp>
          <p:nvSpPr>
            <p:cNvPr id="3" name="Shape 5">
              <a:extLst>
                <a:ext uri="{FF2B5EF4-FFF2-40B4-BE49-F238E27FC236}">
                  <a16:creationId xmlns:a16="http://schemas.microsoft.com/office/drawing/2014/main" id="{1FF50883-40E8-A3E2-C616-8500BB5A994B}"/>
                </a:ext>
              </a:extLst>
            </p:cNvPr>
            <p:cNvSpPr>
              <a:spLocks/>
            </p:cNvSpPr>
            <p:nvPr/>
          </p:nvSpPr>
          <p:spPr>
            <a:xfrm>
              <a:off x="121056" y="1440953"/>
              <a:ext cx="4428000" cy="3528000"/>
            </a:xfrm>
            <a:prstGeom prst="roundRect">
              <a:avLst>
                <a:gd name="adj" fmla="val 1519"/>
              </a:avLst>
            </a:prstGeom>
            <a:solidFill>
              <a:srgbClr val="FFFFFF"/>
            </a:solidFill>
            <a:ln w="12700">
              <a:solidFill>
                <a:srgbClr val="DDE6E6"/>
              </a:solidFill>
              <a:prstDash val="solid"/>
            </a:ln>
            <a:effectLst>
              <a:outerShdw blurRad="101600" dist="38100" dir="5400000" algn="bl" rotWithShape="0">
                <a:srgbClr val="000000">
                  <a:alpha val="12000"/>
                </a:srgbClr>
              </a:outerShdw>
            </a:effectLst>
          </p:spPr>
          <p:txBody>
            <a:bodyPr/>
            <a:lstStyle/>
            <a:p>
              <a:endParaRPr lang="ja-JP" altLang="en-US" sz="1350">
                <a:latin typeface="UD Digi Kyokasho NK-R" panose="02020400000000000000" pitchFamily="18" charset="-128"/>
                <a:ea typeface="UD Digi Kyokasho NK-R" panose="02020400000000000000" pitchFamily="18" charset="-128"/>
              </a:endParaRPr>
            </a:p>
          </p:txBody>
        </p:sp>
        <p:sp>
          <p:nvSpPr>
            <p:cNvPr id="4" name="Text 6">
              <a:extLst>
                <a:ext uri="{FF2B5EF4-FFF2-40B4-BE49-F238E27FC236}">
                  <a16:creationId xmlns:a16="http://schemas.microsoft.com/office/drawing/2014/main" id="{A76A063B-E145-071A-FE82-BB807AE2B983}"/>
                </a:ext>
              </a:extLst>
            </p:cNvPr>
            <p:cNvSpPr/>
            <p:nvPr/>
          </p:nvSpPr>
          <p:spPr>
            <a:xfrm>
              <a:off x="165316" y="1664095"/>
              <a:ext cx="3178923" cy="328912"/>
            </a:xfrm>
            <a:prstGeom prst="rect">
              <a:avLst/>
            </a:prstGeom>
            <a:noFill/>
            <a:ln/>
          </p:spPr>
          <p:txBody>
            <a:bodyPr wrap="square" lIns="0" tIns="0" rIns="0" bIns="0" rtlCol="0" anchor="ctr"/>
            <a:lstStyle/>
            <a:p>
              <a:r>
                <a:rPr lang="en-US" altLang="ja-JP"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sz="2000" b="1" dirty="0">
                  <a:solidFill>
                    <a:srgbClr val="14323A"/>
                  </a:solidFill>
                  <a:latin typeface="UD Digi Kyokasho NK-R" panose="02020400000000000000" pitchFamily="18" charset="-128"/>
                  <a:ea typeface="UD Digi Kyokasho NK-R" panose="02020400000000000000" pitchFamily="18" charset="-128"/>
                  <a:cs typeface="ＭＳ Ｐゴシック" pitchFamily="34" charset="-120"/>
                </a:rPr>
                <a:t>に併記</a:t>
              </a:r>
              <a:endParaRPr lang="ja-JP" altLang="en-US" sz="2000" dirty="0">
                <a:latin typeface="UD Digi Kyokasho NK-R" panose="02020400000000000000" pitchFamily="18" charset="-128"/>
                <a:ea typeface="UD Digi Kyokasho NK-R" panose="02020400000000000000" pitchFamily="18" charset="-128"/>
              </a:endParaRPr>
            </a:p>
          </p:txBody>
        </p:sp>
      </p:grpSp>
      <p:pic>
        <p:nvPicPr>
          <p:cNvPr id="20" name="図 19">
            <a:extLst>
              <a:ext uri="{FF2B5EF4-FFF2-40B4-BE49-F238E27FC236}">
                <a16:creationId xmlns:a16="http://schemas.microsoft.com/office/drawing/2014/main" id="{09E760AB-4B3D-C79E-0181-DA5FCF1B8937}"/>
              </a:ext>
            </a:extLst>
          </p:cNvPr>
          <p:cNvPicPr>
            <a:picLocks noChangeAspect="1"/>
          </p:cNvPicPr>
          <p:nvPr/>
        </p:nvPicPr>
        <p:blipFill>
          <a:blip r:embed="rId4"/>
          <a:stretch>
            <a:fillRect/>
          </a:stretch>
        </p:blipFill>
        <p:spPr>
          <a:xfrm>
            <a:off x="193986" y="1953971"/>
            <a:ext cx="4193620" cy="2700000"/>
          </a:xfrm>
          <a:prstGeom prst="rect">
            <a:avLst/>
          </a:prstGeom>
        </p:spPr>
      </p:pic>
      <p:pic>
        <p:nvPicPr>
          <p:cNvPr id="22" name="図 21">
            <a:extLst>
              <a:ext uri="{FF2B5EF4-FFF2-40B4-BE49-F238E27FC236}">
                <a16:creationId xmlns:a16="http://schemas.microsoft.com/office/drawing/2014/main" id="{94906EE3-F940-C0F8-0BA9-D06BF8F7EFC0}"/>
              </a:ext>
            </a:extLst>
          </p:cNvPr>
          <p:cNvPicPr>
            <a:picLocks noChangeAspect="1"/>
          </p:cNvPicPr>
          <p:nvPr/>
        </p:nvPicPr>
        <p:blipFill>
          <a:blip r:embed="rId5"/>
          <a:stretch>
            <a:fillRect/>
          </a:stretch>
        </p:blipFill>
        <p:spPr>
          <a:xfrm>
            <a:off x="4621986" y="1953971"/>
            <a:ext cx="4354482" cy="2700000"/>
          </a:xfrm>
          <a:prstGeom prst="rect">
            <a:avLst/>
          </a:prstGeom>
        </p:spPr>
      </p:pic>
    </p:spTree>
    <p:extLst>
      <p:ext uri="{BB962C8B-B14F-4D97-AF65-F5344CB8AC3E}">
        <p14:creationId xmlns:p14="http://schemas.microsoft.com/office/powerpoint/2010/main" val="2991838051"/>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12A5A3-B6E6-F5F5-E35C-2030CBD41658}"/>
              </a:ext>
            </a:extLst>
          </p:cNvPr>
          <p:cNvSpPr>
            <a:spLocks noGrp="1"/>
          </p:cNvSpPr>
          <p:nvPr>
            <p:ph type="title"/>
          </p:nvPr>
        </p:nvSpPr>
        <p:spPr/>
        <p:txBody>
          <a:bodyPr>
            <a:normAutofit/>
          </a:bodyPr>
          <a:lstStyle/>
          <a:p>
            <a:r>
              <a:rPr lang="ja-JP" altLang="en-US" b="1">
                <a:latin typeface="UD Digi Kyokasho NK-R" panose="02020400000000000000" pitchFamily="18" charset="-128"/>
                <a:ea typeface="UD Digi Kyokasho NK-R" panose="02020400000000000000" pitchFamily="18" charset="-128"/>
              </a:rPr>
              <a:t>正解ラベルとの比較（</a:t>
            </a:r>
            <a:r>
              <a:rPr lang="en-US" altLang="ja-JP" b="1" dirty="0">
                <a:latin typeface="UD Digi Kyokasho NK-R" panose="02020400000000000000" pitchFamily="18" charset="-128"/>
                <a:ea typeface="UD Digi Kyokasho NK-R" panose="02020400000000000000" pitchFamily="18" charset="-128"/>
              </a:rPr>
              <a:t>PCA</a:t>
            </a:r>
            <a:r>
              <a:rPr lang="ja-JP" altLang="en-US" b="1">
                <a:latin typeface="UD Digi Kyokasho NK-R" panose="02020400000000000000" pitchFamily="18" charset="-128"/>
                <a:ea typeface="UD Digi Kyokasho NK-R" panose="02020400000000000000" pitchFamily="18" charset="-128"/>
              </a:rPr>
              <a:t>）</a:t>
            </a:r>
          </a:p>
        </p:txBody>
      </p:sp>
      <p:sp>
        <p:nvSpPr>
          <p:cNvPr id="3" name="テキスト ボックス 2">
            <a:extLst>
              <a:ext uri="{FF2B5EF4-FFF2-40B4-BE49-F238E27FC236}">
                <a16:creationId xmlns:a16="http://schemas.microsoft.com/office/drawing/2014/main" id="{87FF5517-B2E0-E3FA-E52A-F3B681F5E5FE}"/>
              </a:ext>
            </a:extLst>
          </p:cNvPr>
          <p:cNvSpPr txBox="1"/>
          <p:nvPr/>
        </p:nvSpPr>
        <p:spPr>
          <a:xfrm>
            <a:off x="508000" y="5267594"/>
            <a:ext cx="5795176" cy="400110"/>
          </a:xfrm>
          <a:prstGeom prst="rect">
            <a:avLst/>
          </a:prstGeom>
          <a:noFill/>
        </p:spPr>
        <p:txBody>
          <a:bodyPr wrap="none" rtlCol="0">
            <a:spAutoFit/>
          </a:bodyPr>
          <a:lstStyle/>
          <a:p>
            <a:r>
              <a:rPr lang="en" altLang="ja-JP" sz="2000" dirty="0">
                <a:solidFill>
                  <a:srgbClr val="0E2841"/>
                </a:solidFill>
                <a:latin typeface="UD Digi Kyokasho NK-R" panose="02020400000000000000" pitchFamily="18" charset="-128"/>
                <a:ea typeface="UD Digi Kyokasho NK-R" panose="02020400000000000000" pitchFamily="18" charset="-128"/>
              </a:rPr>
              <a:t>PCA</a:t>
            </a:r>
            <a:r>
              <a:rPr lang="ja-JP" altLang="en-US" sz="2000">
                <a:solidFill>
                  <a:srgbClr val="0E2841"/>
                </a:solidFill>
                <a:latin typeface="UD Digi Kyokasho NK-R" panose="02020400000000000000" pitchFamily="18" charset="-128"/>
                <a:ea typeface="UD Digi Kyokasho NK-R" panose="02020400000000000000" pitchFamily="18" charset="-128"/>
              </a:rPr>
              <a:t>では各クラスターが重なっており、分離は難しい</a:t>
            </a:r>
            <a:endParaRPr kumimoji="1" lang="ja-JP" altLang="en-US" sz="2000">
              <a:latin typeface="UD Digi Kyokasho NK-R" panose="02020400000000000000" pitchFamily="18" charset="-128"/>
              <a:ea typeface="UD Digi Kyokasho NK-R" panose="02020400000000000000" pitchFamily="18" charset="-128"/>
            </a:endParaRPr>
          </a:p>
        </p:txBody>
      </p:sp>
      <p:pic>
        <p:nvPicPr>
          <p:cNvPr id="7" name="図 6">
            <a:extLst>
              <a:ext uri="{FF2B5EF4-FFF2-40B4-BE49-F238E27FC236}">
                <a16:creationId xmlns:a16="http://schemas.microsoft.com/office/drawing/2014/main" id="{D02ED8AE-5D3D-3056-CEAC-228A95752D5D}"/>
              </a:ext>
            </a:extLst>
          </p:cNvPr>
          <p:cNvPicPr>
            <a:picLocks noChangeAspect="1"/>
          </p:cNvPicPr>
          <p:nvPr/>
        </p:nvPicPr>
        <p:blipFill>
          <a:blip r:embed="rId3"/>
          <a:stretch>
            <a:fillRect/>
          </a:stretch>
        </p:blipFill>
        <p:spPr>
          <a:xfrm>
            <a:off x="78780" y="1400047"/>
            <a:ext cx="8986440" cy="3420000"/>
          </a:xfrm>
          <a:prstGeom prst="rect">
            <a:avLst/>
          </a:prstGeom>
        </p:spPr>
      </p:pic>
    </p:spTree>
    <p:extLst>
      <p:ext uri="{BB962C8B-B14F-4D97-AF65-F5344CB8AC3E}">
        <p14:creationId xmlns:p14="http://schemas.microsoft.com/office/powerpoint/2010/main" val="837914515"/>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9D0E0-8550-396A-2F4E-465073A95E8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09F923-B35C-F139-744C-85D54295DF6B}"/>
              </a:ext>
            </a:extLst>
          </p:cNvPr>
          <p:cNvSpPr>
            <a:spLocks noGrp="1"/>
          </p:cNvSpPr>
          <p:nvPr>
            <p:ph type="title"/>
          </p:nvPr>
        </p:nvSpPr>
        <p:spPr/>
        <p:txBody>
          <a:bodyPr>
            <a:normAutofit/>
          </a:bodyPr>
          <a:lstStyle/>
          <a:p>
            <a:r>
              <a:rPr lang="ja-JP" altLang="en-US" b="1">
                <a:latin typeface="UD Digi Kyokasho NK-R" panose="02020400000000000000" pitchFamily="18" charset="-128"/>
                <a:ea typeface="UD Digi Kyokasho NK-R" panose="02020400000000000000" pitchFamily="18" charset="-128"/>
              </a:rPr>
              <a:t>正解ラベルとの比較（</a:t>
            </a:r>
            <a:r>
              <a:rPr lang="en-US" altLang="ja-JP" b="1" dirty="0">
                <a:latin typeface="UD Digi Kyokasho NK-R" panose="02020400000000000000" pitchFamily="18" charset="-128"/>
                <a:ea typeface="UD Digi Kyokasho NK-R" panose="02020400000000000000" pitchFamily="18" charset="-128"/>
              </a:rPr>
              <a:t>UMAP</a:t>
            </a:r>
            <a:r>
              <a:rPr lang="ja-JP" altLang="en-US" b="1">
                <a:latin typeface="UD Digi Kyokasho NK-R" panose="02020400000000000000" pitchFamily="18" charset="-128"/>
                <a:ea typeface="UD Digi Kyokasho NK-R" panose="02020400000000000000" pitchFamily="18" charset="-128"/>
              </a:rPr>
              <a:t>）</a:t>
            </a:r>
          </a:p>
        </p:txBody>
      </p:sp>
      <p:sp>
        <p:nvSpPr>
          <p:cNvPr id="3" name="テキスト ボックス 2">
            <a:extLst>
              <a:ext uri="{FF2B5EF4-FFF2-40B4-BE49-F238E27FC236}">
                <a16:creationId xmlns:a16="http://schemas.microsoft.com/office/drawing/2014/main" id="{AE06A737-C636-B13E-4565-643BB7A70B6E}"/>
              </a:ext>
            </a:extLst>
          </p:cNvPr>
          <p:cNvSpPr txBox="1"/>
          <p:nvPr/>
        </p:nvSpPr>
        <p:spPr>
          <a:xfrm>
            <a:off x="387199" y="5274880"/>
            <a:ext cx="8521885" cy="400110"/>
          </a:xfrm>
          <a:prstGeom prst="rect">
            <a:avLst/>
          </a:prstGeom>
          <a:noFill/>
        </p:spPr>
        <p:txBody>
          <a:bodyPr wrap="none" rtlCol="0">
            <a:spAutoFit/>
          </a:bodyPr>
          <a:lstStyle/>
          <a:p>
            <a:r>
              <a:rPr lang="en" altLang="ja-JP" sz="2000" dirty="0">
                <a:solidFill>
                  <a:srgbClr val="0E2841"/>
                </a:solidFill>
                <a:latin typeface="UD Digi Kyokasho NK-R" panose="02020400000000000000" pitchFamily="18" charset="-128"/>
                <a:ea typeface="UD Digi Kyokasho NK-R" panose="02020400000000000000" pitchFamily="18" charset="-128"/>
              </a:rPr>
              <a:t>UMAP</a:t>
            </a:r>
            <a:r>
              <a:rPr lang="ja-JP" altLang="en-US" sz="2000">
                <a:solidFill>
                  <a:srgbClr val="0E2841"/>
                </a:solidFill>
                <a:latin typeface="UD Digi Kyokasho NK-R" panose="02020400000000000000" pitchFamily="18" charset="-128"/>
                <a:ea typeface="UD Digi Kyokasho NK-R" panose="02020400000000000000" pitchFamily="18" charset="-128"/>
              </a:rPr>
              <a:t>空間では</a:t>
            </a:r>
            <a:r>
              <a:rPr lang="en" altLang="ja-JP" sz="2000" dirty="0">
                <a:solidFill>
                  <a:srgbClr val="0E2841"/>
                </a:solidFill>
                <a:latin typeface="UD Digi Kyokasho NK-R" panose="02020400000000000000" pitchFamily="18" charset="-128"/>
                <a:ea typeface="UD Digi Kyokasho NK-R" panose="02020400000000000000" pitchFamily="18" charset="-128"/>
              </a:rPr>
              <a:t>k-means</a:t>
            </a:r>
            <a:r>
              <a:rPr lang="ja-JP" altLang="en-US" sz="2000">
                <a:solidFill>
                  <a:srgbClr val="0E2841"/>
                </a:solidFill>
                <a:latin typeface="UD Digi Kyokasho NK-R" panose="02020400000000000000" pitchFamily="18" charset="-128"/>
                <a:ea typeface="UD Digi Kyokasho NK-R" panose="02020400000000000000" pitchFamily="18" charset="-128"/>
              </a:rPr>
              <a:t>クラスターが正解ラベルとよく対応して分かれている</a:t>
            </a:r>
          </a:p>
        </p:txBody>
      </p:sp>
      <p:pic>
        <p:nvPicPr>
          <p:cNvPr id="7" name="図 6">
            <a:extLst>
              <a:ext uri="{FF2B5EF4-FFF2-40B4-BE49-F238E27FC236}">
                <a16:creationId xmlns:a16="http://schemas.microsoft.com/office/drawing/2014/main" id="{2D4DDC21-67ED-C921-C607-A847FDCDCD6A}"/>
              </a:ext>
            </a:extLst>
          </p:cNvPr>
          <p:cNvPicPr>
            <a:picLocks noChangeAspect="1"/>
          </p:cNvPicPr>
          <p:nvPr/>
        </p:nvPicPr>
        <p:blipFill>
          <a:blip r:embed="rId3"/>
          <a:stretch>
            <a:fillRect/>
          </a:stretch>
        </p:blipFill>
        <p:spPr>
          <a:xfrm>
            <a:off x="78777" y="1403690"/>
            <a:ext cx="8986441" cy="3420000"/>
          </a:xfrm>
          <a:prstGeom prst="rect">
            <a:avLst/>
          </a:prstGeom>
        </p:spPr>
      </p:pic>
    </p:spTree>
    <p:extLst>
      <p:ext uri="{BB962C8B-B14F-4D97-AF65-F5344CB8AC3E}">
        <p14:creationId xmlns:p14="http://schemas.microsoft.com/office/powerpoint/2010/main" val="1270085098"/>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grpSp>
        <p:nvGrpSpPr>
          <p:cNvPr id="23" name="グループ化 22">
            <a:extLst>
              <a:ext uri="{FF2B5EF4-FFF2-40B4-BE49-F238E27FC236}">
                <a16:creationId xmlns:a16="http://schemas.microsoft.com/office/drawing/2014/main" id="{424C94B0-A196-51B1-9548-BFA8DBCC6ECF}"/>
              </a:ext>
            </a:extLst>
          </p:cNvPr>
          <p:cNvGrpSpPr/>
          <p:nvPr/>
        </p:nvGrpSpPr>
        <p:grpSpPr>
          <a:xfrm>
            <a:off x="339964" y="1210002"/>
            <a:ext cx="8934664" cy="665476"/>
            <a:chOff x="429814" y="1447563"/>
            <a:chExt cx="8601826" cy="665476"/>
          </a:xfrm>
        </p:grpSpPr>
        <p:sp>
          <p:nvSpPr>
            <p:cNvPr id="4" name="Shape 2"/>
            <p:cNvSpPr/>
            <p:nvPr/>
          </p:nvSpPr>
          <p:spPr>
            <a:xfrm>
              <a:off x="429814" y="1447563"/>
              <a:ext cx="150876" cy="150876"/>
            </a:xfrm>
            <a:prstGeom prst="ellipse">
              <a:avLst/>
            </a:prstGeom>
            <a:solidFill>
              <a:srgbClr val="156082"/>
            </a:solidFill>
            <a:ln/>
          </p:spPr>
          <p:txBody>
            <a:bodyPr/>
            <a:lstStyle/>
            <a:p>
              <a:endParaRPr lang="ja-JP" altLang="en-US">
                <a:latin typeface="UD Digi Kyokasho NK-R" panose="02020400000000000000" pitchFamily="18" charset="-128"/>
                <a:ea typeface="UD Digi Kyokasho NK-R" panose="02020400000000000000" pitchFamily="18" charset="-128"/>
              </a:endParaRPr>
            </a:p>
          </p:txBody>
        </p:sp>
        <p:sp>
          <p:nvSpPr>
            <p:cNvPr id="5" name="Text 3"/>
            <p:cNvSpPr/>
            <p:nvPr/>
          </p:nvSpPr>
          <p:spPr>
            <a:xfrm>
              <a:off x="751923" y="1461529"/>
              <a:ext cx="8279717" cy="651510"/>
            </a:xfrm>
            <a:prstGeom prst="rect">
              <a:avLst/>
            </a:prstGeom>
            <a:noFill/>
            <a:ln/>
          </p:spPr>
          <p:txBody>
            <a:bodyPr wrap="square" lIns="0" tIns="0" rIns="0" bIns="0" rtlCol="0" anchor="ctr"/>
            <a:lstStyle/>
            <a:p>
              <a:pPr>
                <a:lnSpc>
                  <a:spcPct val="105000"/>
                </a:lnSpc>
              </a:pPr>
              <a:r>
                <a:rPr lang="ja-JP" altLang="en-US" b="1" dirty="0" err="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可視化</a:t>
              </a:r>
              <a: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b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br>
              <a:r>
                <a:rPr lang="en-US" altLang="ja-JP"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（線形・分散最大方向）と</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 </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UMAP</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（非線形・近傍保存）で </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784 </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次元を</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2</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次元</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に圧縮</a:t>
              </a:r>
              <a:endPar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5000"/>
                </a:lnSpc>
              </a:pP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視点</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が異なり相補的。</a:t>
              </a:r>
              <a:endParaRPr lang="ja-JP" altLang="en-US" dirty="0">
                <a:latin typeface="UD Digi Kyokasho NK-R" panose="02020400000000000000" pitchFamily="18" charset="-128"/>
                <a:ea typeface="UD Digi Kyokasho NK-R" panose="02020400000000000000" pitchFamily="18" charset="-128"/>
              </a:endParaRPr>
            </a:p>
          </p:txBody>
        </p:sp>
      </p:grpSp>
      <p:grpSp>
        <p:nvGrpSpPr>
          <p:cNvPr id="22" name="グループ化 21">
            <a:extLst>
              <a:ext uri="{FF2B5EF4-FFF2-40B4-BE49-F238E27FC236}">
                <a16:creationId xmlns:a16="http://schemas.microsoft.com/office/drawing/2014/main" id="{3F0209E7-7F8E-6103-5214-675751DE38A9}"/>
              </a:ext>
            </a:extLst>
          </p:cNvPr>
          <p:cNvGrpSpPr/>
          <p:nvPr/>
        </p:nvGrpSpPr>
        <p:grpSpPr>
          <a:xfrm>
            <a:off x="340811" y="2199859"/>
            <a:ext cx="8717898" cy="651510"/>
            <a:chOff x="429274" y="2341170"/>
            <a:chExt cx="8393135" cy="651510"/>
          </a:xfrm>
        </p:grpSpPr>
        <p:sp>
          <p:nvSpPr>
            <p:cNvPr id="6" name="Shape 4"/>
            <p:cNvSpPr/>
            <p:nvPr/>
          </p:nvSpPr>
          <p:spPr>
            <a:xfrm>
              <a:off x="429274" y="2351178"/>
              <a:ext cx="150876" cy="150876"/>
            </a:xfrm>
            <a:prstGeom prst="ellipse">
              <a:avLst/>
            </a:prstGeom>
            <a:solidFill>
              <a:srgbClr val="156082"/>
            </a:solidFill>
            <a:ln/>
          </p:spPr>
          <p:txBody>
            <a:bodyPr/>
            <a:lstStyle/>
            <a:p>
              <a:endParaRPr lang="ja-JP" altLang="en-US">
                <a:latin typeface="UD Digi Kyokasho NK-R" panose="02020400000000000000" pitchFamily="18" charset="-128"/>
                <a:ea typeface="UD Digi Kyokasho NK-R" panose="02020400000000000000" pitchFamily="18" charset="-128"/>
              </a:endParaRPr>
            </a:p>
          </p:txBody>
        </p:sp>
        <p:sp>
          <p:nvSpPr>
            <p:cNvPr id="7" name="Text 5"/>
            <p:cNvSpPr/>
            <p:nvPr/>
          </p:nvSpPr>
          <p:spPr>
            <a:xfrm>
              <a:off x="751919" y="2341170"/>
              <a:ext cx="8070490" cy="651510"/>
            </a:xfrm>
            <a:prstGeom prst="rect">
              <a:avLst/>
            </a:prstGeom>
            <a:noFill/>
            <a:ln/>
          </p:spPr>
          <p:txBody>
            <a:bodyPr wrap="square" lIns="0" tIns="0" rIns="0" bIns="0" rtlCol="0" anchor="ctr"/>
            <a:lstStyle/>
            <a:p>
              <a:pPr>
                <a:lnSpc>
                  <a:spcPct val="105000"/>
                </a:lnSpc>
              </a:pPr>
              <a:r>
                <a:rPr lang="en-US" altLang="ja-JP"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PCA </a:t>
              </a:r>
              <a:r>
                <a:rPr lang="ja-JP" altLang="en-US" b="1" dirty="0" err="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の評価</a:t>
              </a:r>
              <a: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b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b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寄与率・累積寄与率で各軸の情報量</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を定量化</a:t>
              </a:r>
              <a:endPar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5000"/>
                </a:lnSpc>
              </a:pP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PC10 </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まででも累積約</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0.28</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と，分散が分散</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している</a:t>
              </a:r>
              <a:endParaRPr lang="ja-JP" altLang="en-US" dirty="0">
                <a:latin typeface="UD Digi Kyokasho NK-R" panose="02020400000000000000" pitchFamily="18" charset="-128"/>
                <a:ea typeface="UD Digi Kyokasho NK-R" panose="02020400000000000000" pitchFamily="18" charset="-128"/>
              </a:endParaRPr>
            </a:p>
          </p:txBody>
        </p:sp>
      </p:grpSp>
      <p:grpSp>
        <p:nvGrpSpPr>
          <p:cNvPr id="21" name="グループ化 20">
            <a:extLst>
              <a:ext uri="{FF2B5EF4-FFF2-40B4-BE49-F238E27FC236}">
                <a16:creationId xmlns:a16="http://schemas.microsoft.com/office/drawing/2014/main" id="{56B5A94D-6329-CE20-53AB-DA61FF799E16}"/>
              </a:ext>
            </a:extLst>
          </p:cNvPr>
          <p:cNvGrpSpPr/>
          <p:nvPr/>
        </p:nvGrpSpPr>
        <p:grpSpPr>
          <a:xfrm>
            <a:off x="339963" y="3175750"/>
            <a:ext cx="8814489" cy="684448"/>
            <a:chOff x="429274" y="3193746"/>
            <a:chExt cx="8486128" cy="684448"/>
          </a:xfrm>
        </p:grpSpPr>
        <p:sp>
          <p:nvSpPr>
            <p:cNvPr id="8" name="Shape 6"/>
            <p:cNvSpPr/>
            <p:nvPr/>
          </p:nvSpPr>
          <p:spPr>
            <a:xfrm>
              <a:off x="429274" y="3193746"/>
              <a:ext cx="150876" cy="150876"/>
            </a:xfrm>
            <a:prstGeom prst="ellipse">
              <a:avLst/>
            </a:prstGeom>
            <a:solidFill>
              <a:srgbClr val="156082"/>
            </a:solidFill>
            <a:ln/>
          </p:spPr>
          <p:txBody>
            <a:bodyPr/>
            <a:lstStyle/>
            <a:p>
              <a:endParaRPr lang="ja-JP" altLang="en-US">
                <a:latin typeface="UD Digi Kyokasho NK-R" panose="02020400000000000000" pitchFamily="18" charset="-128"/>
                <a:ea typeface="UD Digi Kyokasho NK-R" panose="02020400000000000000" pitchFamily="18" charset="-128"/>
              </a:endParaRPr>
            </a:p>
          </p:txBody>
        </p:sp>
        <p:sp>
          <p:nvSpPr>
            <p:cNvPr id="9" name="Text 7"/>
            <p:cNvSpPr/>
            <p:nvPr/>
          </p:nvSpPr>
          <p:spPr>
            <a:xfrm>
              <a:off x="751923" y="3226684"/>
              <a:ext cx="8163479" cy="651510"/>
            </a:xfrm>
            <a:prstGeom prst="rect">
              <a:avLst/>
            </a:prstGeom>
            <a:noFill/>
            <a:ln/>
          </p:spPr>
          <p:txBody>
            <a:bodyPr wrap="square" lIns="0" tIns="0" rIns="0" bIns="0" rtlCol="0" anchor="ctr"/>
            <a:lstStyle/>
            <a:p>
              <a:pPr>
                <a:lnSpc>
                  <a:spcPct val="105000"/>
                </a:lnSpc>
              </a:pPr>
              <a:r>
                <a:rPr lang="ja-JP" altLang="en-US" b="1" dirty="0" err="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クラスタリング</a:t>
              </a:r>
              <a: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b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br>
              <a:r>
                <a:rPr lang="ja-JP" altLang="en-US"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階層的（</a:t>
              </a:r>
              <a:r>
                <a:rPr lang="en-US" altLang="ja-JP"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Ward</a:t>
              </a:r>
              <a:r>
                <a:rPr lang="ja-JP" altLang="en-US"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法＋デンドログラム）</a:t>
              </a:r>
              <a:r>
                <a:rPr lang="ja-JP" altLang="en-US"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と</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 非階層的（</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k-means</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）の</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2</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系統</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を実施</a:t>
              </a:r>
              <a:endPar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endParaRPr>
            </a:p>
            <a:p>
              <a:pPr>
                <a:lnSpc>
                  <a:spcPct val="105000"/>
                </a:lnSpc>
              </a:pP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教師</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なしでデータ構造</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を抽出</a:t>
              </a:r>
              <a:endParaRPr lang="ja-JP" altLang="en-US" dirty="0">
                <a:latin typeface="UD Digi Kyokasho NK-R" panose="02020400000000000000" pitchFamily="18" charset="-128"/>
                <a:ea typeface="UD Digi Kyokasho NK-R" panose="02020400000000000000" pitchFamily="18" charset="-128"/>
              </a:endParaRPr>
            </a:p>
          </p:txBody>
        </p:sp>
      </p:grpSp>
      <p:grpSp>
        <p:nvGrpSpPr>
          <p:cNvPr id="19" name="グループ化 18">
            <a:extLst>
              <a:ext uri="{FF2B5EF4-FFF2-40B4-BE49-F238E27FC236}">
                <a16:creationId xmlns:a16="http://schemas.microsoft.com/office/drawing/2014/main" id="{0503749C-FB5D-D014-E949-522B76599672}"/>
              </a:ext>
            </a:extLst>
          </p:cNvPr>
          <p:cNvGrpSpPr/>
          <p:nvPr/>
        </p:nvGrpSpPr>
        <p:grpSpPr>
          <a:xfrm>
            <a:off x="340504" y="4184579"/>
            <a:ext cx="8813928" cy="651510"/>
            <a:chOff x="429814" y="3946954"/>
            <a:chExt cx="8485588" cy="651510"/>
          </a:xfrm>
        </p:grpSpPr>
        <p:sp>
          <p:nvSpPr>
            <p:cNvPr id="10" name="Shape 8"/>
            <p:cNvSpPr/>
            <p:nvPr/>
          </p:nvSpPr>
          <p:spPr>
            <a:xfrm>
              <a:off x="429814" y="4072636"/>
              <a:ext cx="150876" cy="150876"/>
            </a:xfrm>
            <a:prstGeom prst="ellipse">
              <a:avLst/>
            </a:prstGeom>
            <a:solidFill>
              <a:srgbClr val="156082"/>
            </a:solidFill>
            <a:ln/>
          </p:spPr>
          <p:txBody>
            <a:bodyPr/>
            <a:lstStyle/>
            <a:p>
              <a:endParaRPr lang="ja-JP" altLang="en-US">
                <a:latin typeface="UD Digi Kyokasho NK-R" panose="02020400000000000000" pitchFamily="18" charset="-128"/>
                <a:ea typeface="UD Digi Kyokasho NK-R" panose="02020400000000000000" pitchFamily="18" charset="-128"/>
              </a:endParaRPr>
            </a:p>
          </p:txBody>
        </p:sp>
        <p:sp>
          <p:nvSpPr>
            <p:cNvPr id="11" name="Text 9"/>
            <p:cNvSpPr/>
            <p:nvPr/>
          </p:nvSpPr>
          <p:spPr>
            <a:xfrm>
              <a:off x="751923" y="3946954"/>
              <a:ext cx="8163479" cy="651510"/>
            </a:xfrm>
            <a:prstGeom prst="rect">
              <a:avLst/>
            </a:prstGeom>
            <a:noFill/>
            <a:ln/>
          </p:spPr>
          <p:txBody>
            <a:bodyPr wrap="square" lIns="0" tIns="0" rIns="0" bIns="0" rtlCol="0" anchor="ctr"/>
            <a:lstStyle/>
            <a:p>
              <a:pPr>
                <a:lnSpc>
                  <a:spcPct val="105000"/>
                </a:lnSpc>
              </a:pPr>
              <a:r>
                <a:rPr lang="ja-JP" altLang="en-US" b="1" dirty="0" err="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結果の併記</a:t>
              </a:r>
              <a: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b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br>
              <a:r>
                <a:rPr lang="ja-JP" altLang="en-US"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クラスター番号を元の</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 </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PCA</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a:t>
              </a:r>
              <a:r>
                <a:rPr lang="en-US" altLang="ja-JP"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UMAP </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散布図に色で</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重ね，クラスタの</a:t>
              </a:r>
              <a:r>
                <a:rPr lang="ja-JP" altLang="en-US" dirty="0">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位置関係</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を確認</a:t>
              </a:r>
              <a:endParaRPr lang="ja-JP" altLang="en-US" dirty="0">
                <a:latin typeface="UD Digi Kyokasho NK-R" panose="02020400000000000000" pitchFamily="18" charset="-128"/>
                <a:ea typeface="UD Digi Kyokasho NK-R" panose="02020400000000000000" pitchFamily="18" charset="-128"/>
              </a:endParaRPr>
            </a:p>
          </p:txBody>
        </p:sp>
      </p:grpSp>
      <p:grpSp>
        <p:nvGrpSpPr>
          <p:cNvPr id="18" name="グループ化 17">
            <a:extLst>
              <a:ext uri="{FF2B5EF4-FFF2-40B4-BE49-F238E27FC236}">
                <a16:creationId xmlns:a16="http://schemas.microsoft.com/office/drawing/2014/main" id="{DC51779C-3F06-E0AD-399C-A3A893958ECF}"/>
              </a:ext>
            </a:extLst>
          </p:cNvPr>
          <p:cNvGrpSpPr/>
          <p:nvPr/>
        </p:nvGrpSpPr>
        <p:grpSpPr>
          <a:xfrm>
            <a:off x="339964" y="5160469"/>
            <a:ext cx="8384529" cy="651510"/>
            <a:chOff x="429274" y="4703268"/>
            <a:chExt cx="8072185" cy="651510"/>
          </a:xfrm>
        </p:grpSpPr>
        <p:sp>
          <p:nvSpPr>
            <p:cNvPr id="12" name="Shape 10"/>
            <p:cNvSpPr/>
            <p:nvPr/>
          </p:nvSpPr>
          <p:spPr>
            <a:xfrm>
              <a:off x="429274" y="4822302"/>
              <a:ext cx="150876" cy="150876"/>
            </a:xfrm>
            <a:prstGeom prst="ellipse">
              <a:avLst/>
            </a:prstGeom>
            <a:solidFill>
              <a:srgbClr val="156082"/>
            </a:solidFill>
            <a:ln/>
          </p:spPr>
          <p:txBody>
            <a:bodyPr/>
            <a:lstStyle/>
            <a:p>
              <a:endParaRPr lang="ja-JP" altLang="en-US">
                <a:latin typeface="UD Digi Kyokasho NK-R" panose="02020400000000000000" pitchFamily="18" charset="-128"/>
                <a:ea typeface="UD Digi Kyokasho NK-R" panose="02020400000000000000" pitchFamily="18" charset="-128"/>
              </a:endParaRPr>
            </a:p>
          </p:txBody>
        </p:sp>
        <p:sp>
          <p:nvSpPr>
            <p:cNvPr id="13" name="Text 11"/>
            <p:cNvSpPr/>
            <p:nvPr/>
          </p:nvSpPr>
          <p:spPr>
            <a:xfrm>
              <a:off x="751919" y="4703268"/>
              <a:ext cx="7749540" cy="651510"/>
            </a:xfrm>
            <a:prstGeom prst="rect">
              <a:avLst/>
            </a:prstGeom>
            <a:noFill/>
            <a:ln/>
          </p:spPr>
          <p:txBody>
            <a:bodyPr wrap="square" lIns="0" tIns="0" rIns="0" bIns="0" rtlCol="0" anchor="ctr"/>
            <a:lstStyle/>
            <a:p>
              <a:pPr>
                <a:lnSpc>
                  <a:spcPct val="105000"/>
                </a:lnSpc>
              </a:pPr>
              <a:r>
                <a:rPr lang="ja-JP" altLang="en-US" b="1" dirty="0" err="1">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学習の種類</a:t>
              </a:r>
              <a: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t>　</a:t>
              </a:r>
              <a:br>
                <a:rPr lang="ja-JP" altLang="en-US" b="1" dirty="0">
                  <a:solidFill>
                    <a:srgbClr val="156082"/>
                  </a:solidFill>
                  <a:latin typeface="UD Digi Kyokasho NK-R" panose="02020400000000000000" pitchFamily="18" charset="-128"/>
                  <a:ea typeface="UD Digi Kyokasho NK-R" panose="02020400000000000000" pitchFamily="18" charset="-128"/>
                  <a:cs typeface="ＭＳ Ｐゴシック" pitchFamily="34" charset="-120"/>
                </a:rPr>
              </a:br>
              <a:r>
                <a:rPr lang="ja-JP" altLang="en-US" dirty="0"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本課題はすべて正解ラベルを使わない教師なし学習</a:t>
              </a:r>
              <a:r>
                <a:rPr lang="ja-JP" altLang="en-US" err="1">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に</a:t>
              </a:r>
              <a:r>
                <a:rPr lang="ja-JP" altLang="en-US">
                  <a:solidFill>
                    <a:srgbClr val="000000"/>
                  </a:solidFill>
                  <a:latin typeface="UD Digi Kyokasho NK-R" panose="02020400000000000000" pitchFamily="18" charset="-128"/>
                  <a:ea typeface="UD Digi Kyokasho NK-R" panose="02020400000000000000" pitchFamily="18" charset="-128"/>
                  <a:cs typeface="ＭＳ Ｐゴシック" pitchFamily="34" charset="-120"/>
                </a:rPr>
                <a:t>該当</a:t>
              </a:r>
              <a:endParaRPr lang="ja-JP" altLang="en-US" dirty="0">
                <a:latin typeface="UD Digi Kyokasho NK-R" panose="02020400000000000000" pitchFamily="18" charset="-128"/>
                <a:ea typeface="UD Digi Kyokasho NK-R" panose="02020400000000000000" pitchFamily="18" charset="-128"/>
              </a:endParaRPr>
            </a:p>
          </p:txBody>
        </p:sp>
      </p:grpSp>
      <p:sp>
        <p:nvSpPr>
          <p:cNvPr id="17" name="タイトル 16">
            <a:extLst>
              <a:ext uri="{FF2B5EF4-FFF2-40B4-BE49-F238E27FC236}">
                <a16:creationId xmlns:a16="http://schemas.microsoft.com/office/drawing/2014/main" id="{586F118C-E5B4-6AE7-06C6-F44BCFCD0EE2}"/>
              </a:ext>
            </a:extLst>
          </p:cNvPr>
          <p:cNvSpPr>
            <a:spLocks noGrp="1"/>
          </p:cNvSpPr>
          <p:nvPr>
            <p:ph type="title"/>
          </p:nvPr>
        </p:nvSpPr>
        <p:spPr>
          <a:xfrm>
            <a:off x="188259" y="138528"/>
            <a:ext cx="8191867" cy="813972"/>
          </a:xfrm>
        </p:spPr>
        <p:txBody>
          <a:bodyPr/>
          <a:lstStyle/>
          <a:p>
            <a:r>
              <a:rPr lang="ja-JP" altLang="en-US" b="1">
                <a:latin typeface="UD Digi Kyokasho NK-R" panose="02020400000000000000" pitchFamily="18" charset="-128"/>
                <a:ea typeface="UD Digi Kyokasho NK-R" panose="02020400000000000000" pitchFamily="18" charset="-128"/>
              </a:rPr>
              <a:t>まとめ</a:t>
            </a:r>
          </a:p>
        </p:txBody>
      </p:sp>
    </p:spTree>
    <p:extLst>
      <p:ext uri="{BB962C8B-B14F-4D97-AF65-F5344CB8AC3E}">
        <p14:creationId xmlns:p14="http://schemas.microsoft.com/office/powerpoint/2010/main" val="3060361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74E369BB-A501-3A92-B4B6-8BBD52D6646B}"/>
              </a:ext>
            </a:extLst>
          </p:cNvPr>
          <p:cNvSpPr>
            <a:spLocks noGrp="1"/>
          </p:cNvSpPr>
          <p:nvPr>
            <p:ph type="body" sz="quarter" idx="13"/>
          </p:nvPr>
        </p:nvSpPr>
        <p:spPr/>
        <p:txBody>
          <a:bodyPr/>
          <a:lstStyle/>
          <a:p>
            <a:r>
              <a:rPr lang="en-US" altLang="ja-JP" sz="2000" dirty="0"/>
              <a:t>【</a:t>
            </a:r>
            <a:r>
              <a:rPr lang="ja-JP" altLang="en-US" sz="2000"/>
              <a:t>初心者向け</a:t>
            </a:r>
            <a:r>
              <a:rPr lang="en-US" altLang="ja-JP" sz="2000" dirty="0"/>
              <a:t>】</a:t>
            </a:r>
            <a:r>
              <a:rPr lang="ja-JP" altLang="en-US" sz="2000"/>
              <a:t>主成分分析（</a:t>
            </a:r>
            <a:r>
              <a:rPr lang="en-US" altLang="ja-JP" sz="2000" dirty="0"/>
              <a:t>PCA</a:t>
            </a:r>
            <a:r>
              <a:rPr lang="ja-JP" altLang="en-US" sz="2000"/>
              <a:t>）って一体何をしているの？（理論編）</a:t>
            </a:r>
            <a:br>
              <a:rPr lang="en-US" altLang="ja-JP" sz="2000" dirty="0"/>
            </a:br>
            <a:r>
              <a:rPr lang="ja-JP" altLang="en-US" sz="2000"/>
              <a:t> https://qiita.com/oki_kosuke/items/70c7e0bcd7b534589f69</a:t>
            </a:r>
          </a:p>
          <a:p>
            <a:endParaRPr lang="ja-JP" altLang="en-US"/>
          </a:p>
        </p:txBody>
      </p:sp>
      <p:sp>
        <p:nvSpPr>
          <p:cNvPr id="2" name="タイトル 1">
            <a:extLst>
              <a:ext uri="{FF2B5EF4-FFF2-40B4-BE49-F238E27FC236}">
                <a16:creationId xmlns:a16="http://schemas.microsoft.com/office/drawing/2014/main" id="{A5A2226F-3C09-9B87-04BC-3A8212EE6090}"/>
              </a:ext>
            </a:extLst>
          </p:cNvPr>
          <p:cNvSpPr>
            <a:spLocks noGrp="1"/>
          </p:cNvSpPr>
          <p:nvPr>
            <p:ph type="title"/>
          </p:nvPr>
        </p:nvSpPr>
        <p:spPr/>
        <p:txBody>
          <a:bodyPr/>
          <a:lstStyle/>
          <a:p>
            <a:r>
              <a:rPr kumimoji="1" lang="ja-JP" altLang="en-US"/>
              <a:t>参考</a:t>
            </a:r>
          </a:p>
        </p:txBody>
      </p:sp>
    </p:spTree>
    <p:extLst>
      <p:ext uri="{BB962C8B-B14F-4D97-AF65-F5344CB8AC3E}">
        <p14:creationId xmlns:p14="http://schemas.microsoft.com/office/powerpoint/2010/main" val="735267392"/>
      </p:ext>
    </p:extLst>
  </p:cSld>
  <p:clrMapOvr>
    <a:masterClrMapping/>
  </p:clrMapOvr>
</p:sld>
</file>

<file path=ppt/theme/theme1.xml><?xml version="1.0" encoding="utf-8"?>
<a:theme xmlns:a="http://schemas.openxmlformats.org/drawingml/2006/main" name="MI研_ワイ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I研_ワイド" id="{FC0243C2-934F-DE4C-8C94-4C43907D2170}" vid="{FE06CFC5-70CB-9645-B394-BB7DE8A2F0B9}"/>
    </a:ext>
  </a:extLst>
</a:theme>
</file>

<file path=ppt/theme/theme2.xml><?xml version="1.0" encoding="utf-8"?>
<a:theme xmlns:a="http://schemas.openxmlformats.org/drawingml/2006/main" name="1_MI研">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I研" id="{EB98DE4C-115E-4C42-A290-90EAA8585268}" vid="{95A5B2D8-7F99-A248-95EB-8BABCA82B9AF}"/>
    </a:ext>
  </a:extLst>
</a:theme>
</file>

<file path=ppt/theme/theme3.xml><?xml version="1.0" encoding="utf-8"?>
<a:theme xmlns:a="http://schemas.openxmlformats.org/drawingml/2006/main" name="MI研">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I研" id="{EB98DE4C-115E-4C42-A290-90EAA8585268}" vid="{95A5B2D8-7F99-A248-95EB-8BABCA82B9AF}"/>
    </a:ext>
  </a:extLst>
</a:theme>
</file>

<file path=ppt/theme/theme4.xml><?xml version="1.0" encoding="utf-8"?>
<a:theme xmlns:a="http://schemas.openxmlformats.org/drawingml/2006/main" name="2_MI研">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kumimoji="1" sz="2000" smtClean="0">
            <a:latin typeface="UD Digi Kyokasho NK-R" panose="02020400000000000000" pitchFamily="18" charset="-128"/>
            <a:ea typeface="UD Digi Kyokasho NK-R" panose="02020400000000000000" pitchFamily="18" charset="-128"/>
          </a:defRPr>
        </a:defPPr>
      </a:lstStyle>
    </a:txDef>
  </a:objectDefaults>
  <a:extraClrSchemeLst/>
  <a:extLst>
    <a:ext uri="{05A4C25C-085E-4340-85A3-A5531E510DB2}">
      <thm15:themeFamily xmlns:thm15="http://schemas.microsoft.com/office/thememl/2012/main" name="MI研" id="{EB98DE4C-115E-4C42-A290-90EAA8585268}" vid="{95A5B2D8-7F99-A248-95EB-8BABCA82B9AF}"/>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582A34F-D522-E64B-A2FD-102AACB2F7FF}">
  <we:reference id="WA200010725" version="1.0.0.1" store="Omex" storeType="OMEX"/>
  <we:alternateReferences>
    <we:reference id="WA200010725" version="1.0.0.1" store="WA200010725" storeType="OMEX"/>
  </we:alternateReferences>
  <we:properties>
    <we:property name="claude.fileId" value="&quot;a4d06a71-b7d4-445d-be2d-adf20ad2636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MI研_ワイド</Template>
  <TotalTime>3993</TotalTime>
  <Words>1592</Words>
  <Application>Microsoft Macintosh PowerPoint</Application>
  <PresentationFormat>画面に合わせる (4:3)</PresentationFormat>
  <Paragraphs>191</Paragraphs>
  <Slides>20</Slides>
  <Notes>15</Notes>
  <HiddenSlides>0</HiddenSlides>
  <MMClips>0</MMClips>
  <ScaleCrop>false</ScaleCrop>
  <HeadingPairs>
    <vt:vector size="6" baseType="variant">
      <vt:variant>
        <vt:lpstr>使用されているフォント</vt:lpstr>
      </vt:variant>
      <vt:variant>
        <vt:i4>7</vt:i4>
      </vt:variant>
      <vt:variant>
        <vt:lpstr>テーマ</vt:lpstr>
      </vt:variant>
      <vt:variant>
        <vt:i4>4</vt:i4>
      </vt:variant>
      <vt:variant>
        <vt:lpstr>スライド タイトル</vt:lpstr>
      </vt:variant>
      <vt:variant>
        <vt:i4>20</vt:i4>
      </vt:variant>
    </vt:vector>
  </HeadingPairs>
  <TitlesOfParts>
    <vt:vector size="31" baseType="lpstr">
      <vt:lpstr>BIZ UDGothic</vt:lpstr>
      <vt:lpstr>MS PGothic</vt:lpstr>
      <vt:lpstr>MS PGothic</vt:lpstr>
      <vt:lpstr>UD Digi Kyokasho NK-R</vt:lpstr>
      <vt:lpstr>Arial</vt:lpstr>
      <vt:lpstr>Cambria Math</vt:lpstr>
      <vt:lpstr>Wingdings</vt:lpstr>
      <vt:lpstr>MI研_ワイド</vt:lpstr>
      <vt:lpstr>1_MI研</vt:lpstr>
      <vt:lpstr>MI研</vt:lpstr>
      <vt:lpstr>2_MI研</vt:lpstr>
      <vt:lpstr>PowerPoint プレゼンテーション</vt:lpstr>
      <vt:lpstr>課題の概要</vt:lpstr>
      <vt:lpstr>今回のデータセット</vt:lpstr>
      <vt:lpstr>教師なし学習とは</vt:lpstr>
      <vt:lpstr>可視化とは</vt:lpstr>
      <vt:lpstr>PCAとは</vt:lpstr>
      <vt:lpstr>PCA の原理</vt:lpstr>
      <vt:lpstr>PCA による可視化</vt:lpstr>
      <vt:lpstr>PC1〜PC10 の 10×10 プロット</vt:lpstr>
      <vt:lpstr>UMAP の特徴と可視化結果</vt:lpstr>
      <vt:lpstr>階層的クラスタリング(Ward法)</vt:lpstr>
      <vt:lpstr>デンドログラム</vt:lpstr>
      <vt:lpstr>デンドログラムのラベル比較</vt:lpstr>
      <vt:lpstr>クラスタリング結果を散布図に併記</vt:lpstr>
      <vt:lpstr>非階層的クラスタリング（k-means）</vt:lpstr>
      <vt:lpstr>クラスタリング結果を散布図に併記</vt:lpstr>
      <vt:lpstr>正解ラベルとの比較（PCA）</vt:lpstr>
      <vt:lpstr>正解ラベルとの比較（UMAP）</vt:lpstr>
      <vt:lpstr>まとめ</vt:lpstr>
      <vt:lpstr>参考</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第6回Pythonセミナー 可視化・クラスタリング</dc:title>
  <dc:subject>PptxGenJS Presentation</dc:subject>
  <dc:creator>土師・谷</dc:creator>
  <cp:lastModifiedBy>Haze Yokuto</cp:lastModifiedBy>
  <cp:revision>54</cp:revision>
  <dcterms:created xsi:type="dcterms:W3CDTF">2026-06-25T07:49:25Z</dcterms:created>
  <dcterms:modified xsi:type="dcterms:W3CDTF">2026-07-01T03:53:29Z</dcterms:modified>
</cp:coreProperties>
</file>
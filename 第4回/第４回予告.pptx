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49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71"/>
    <p:restoredTop sz="96132"/>
  </p:normalViewPr>
  <p:slideViewPr>
    <p:cSldViewPr snapToGrid="0">
      <p:cViewPr varScale="1">
        <p:scale>
          <a:sx n="104" d="100"/>
          <a:sy n="10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8CFA1-E7ED-4746-9184-6A9D12B7EE1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4C57F-E0BB-F041-92A4-391CA56C6A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94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4B09C-18F3-EE4B-A667-B72D3F58DA6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23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90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8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73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1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82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19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17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04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408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53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88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69201-BAA0-394D-958C-6462AD98BAFF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556F3-00A5-714C-B8E9-983A491068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07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64A86-2B8F-0B03-D36A-8A2FAF03F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第４回予告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37499A-5EF2-6D47-2F36-9AA3BD37A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2026/6/10</a:t>
            </a:r>
          </a:p>
          <a:p>
            <a:r>
              <a:rPr lang="ja-JP" altLang="en-US"/>
              <a:t>上野早智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49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1D080F-5A57-4E86-7445-2948C229C7B4}"/>
              </a:ext>
            </a:extLst>
          </p:cNvPr>
          <p:cNvSpPr txBox="1"/>
          <p:nvPr/>
        </p:nvSpPr>
        <p:spPr>
          <a:xfrm>
            <a:off x="267556" y="319848"/>
            <a:ext cx="4400885" cy="513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737"/>
              <a:t>次回の</a:t>
            </a:r>
            <a:r>
              <a:rPr kumimoji="1" lang="en-US" altLang="ja-JP" sz="2737" dirty="0"/>
              <a:t>Python</a:t>
            </a:r>
            <a:r>
              <a:rPr kumimoji="1" lang="ja-JP" altLang="en-US" sz="2737"/>
              <a:t>セミナー内容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23A98-803E-9090-2335-D4831A257452}"/>
              </a:ext>
            </a:extLst>
          </p:cNvPr>
          <p:cNvSpPr txBox="1"/>
          <p:nvPr/>
        </p:nvSpPr>
        <p:spPr>
          <a:xfrm>
            <a:off x="137263" y="11347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・非線形とは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696175-1073-528E-4D8E-90726E20AFB5}"/>
              </a:ext>
            </a:extLst>
          </p:cNvPr>
          <p:cNvSpPr txBox="1"/>
          <p:nvPr/>
        </p:nvSpPr>
        <p:spPr>
          <a:xfrm>
            <a:off x="137263" y="156074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・非線形回帰モデルとは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4F309C-545A-A9EE-EF58-1F98BB24E43C}"/>
              </a:ext>
            </a:extLst>
          </p:cNvPr>
          <p:cNvSpPr txBox="1"/>
          <p:nvPr/>
        </p:nvSpPr>
        <p:spPr>
          <a:xfrm>
            <a:off x="266193" y="3121966"/>
            <a:ext cx="886781" cy="513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737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3358185-B891-41FD-5AC8-F1878290E3CA}"/>
              </a:ext>
            </a:extLst>
          </p:cNvPr>
          <p:cNvSpPr txBox="1"/>
          <p:nvPr/>
        </p:nvSpPr>
        <p:spPr>
          <a:xfrm>
            <a:off x="266193" y="4870882"/>
            <a:ext cx="6814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SVR</a:t>
            </a:r>
            <a:r>
              <a:rPr kumimoji="1" lang="ja-JP" altLang="en-US"/>
              <a:t>で、</a:t>
            </a:r>
            <a:r>
              <a:rPr kumimoji="1" lang="en" altLang="ja-JP" dirty="0"/>
              <a:t> </a:t>
            </a:r>
            <a:r>
              <a:rPr kumimoji="1" lang="en" altLang="ja-JP" dirty="0" err="1"/>
              <a:t>PredictedHours</a:t>
            </a:r>
            <a:r>
              <a:rPr kumimoji="1" lang="ja-JP" altLang="en-US"/>
              <a:t>（材料寿命）を予測するモデルを作る</a:t>
            </a:r>
            <a:endParaRPr kumimoji="1" lang="en-US" altLang="ja-JP" dirty="0"/>
          </a:p>
          <a:p>
            <a:r>
              <a:rPr kumimoji="1" lang="en-US" altLang="ja-JP" dirty="0"/>
              <a:t>                                                                           (</a:t>
            </a:r>
            <a:r>
              <a:rPr kumimoji="1" lang="en-US" altLang="ja-JP" dirty="0" err="1"/>
              <a:t>Material_Lifespan_Dataset.csv</a:t>
            </a:r>
            <a:r>
              <a:rPr kumimoji="1" lang="en-US" altLang="ja-JP" dirty="0"/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BF615B-A8DD-FBDE-8507-380194BA1781}"/>
              </a:ext>
            </a:extLst>
          </p:cNvPr>
          <p:cNvSpPr txBox="1"/>
          <p:nvPr/>
        </p:nvSpPr>
        <p:spPr>
          <a:xfrm>
            <a:off x="81645" y="2379273"/>
            <a:ext cx="9062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・クロスバリデーション、 データリーク、再現性（</a:t>
            </a:r>
            <a:r>
              <a:rPr kumimoji="1" lang="en-US" altLang="ja-JP" dirty="0"/>
              <a:t>seed</a:t>
            </a:r>
            <a:r>
              <a:rPr kumimoji="1" lang="ja-JP" altLang="en-US"/>
              <a:t>）、特徴量エンジニアリング</a:t>
            </a:r>
            <a:endParaRPr kumimoji="1" lang="en-US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3BA0B7-6309-53C1-C120-1035FBA468D1}"/>
              </a:ext>
            </a:extLst>
          </p:cNvPr>
          <p:cNvSpPr txBox="1"/>
          <p:nvPr/>
        </p:nvSpPr>
        <p:spPr>
          <a:xfrm>
            <a:off x="266193" y="5919603"/>
            <a:ext cx="8295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・クロスバリデーション、データリーク、再現性（</a:t>
            </a:r>
            <a:r>
              <a:rPr kumimoji="1" lang="en-US" altLang="ja-JP" dirty="0"/>
              <a:t>seed</a:t>
            </a:r>
            <a:r>
              <a:rPr kumimoji="1" lang="ja-JP" altLang="en-US"/>
              <a:t>）、特徴量エンジニアリングについて用語を調べてくる</a:t>
            </a:r>
            <a:endParaRPr kumimoji="1"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940C22-5613-C51D-5364-76915763DC04}"/>
              </a:ext>
            </a:extLst>
          </p:cNvPr>
          <p:cNvSpPr txBox="1"/>
          <p:nvPr/>
        </p:nvSpPr>
        <p:spPr>
          <a:xfrm>
            <a:off x="137263" y="1949670"/>
            <a:ext cx="480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SVR(</a:t>
            </a:r>
            <a:r>
              <a:rPr kumimoji="1" lang="ja-JP" altLang="en-US"/>
              <a:t>サポートベクター回帰）の原理と特徴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3777FB-B416-2BB0-0268-9348E3C32E61}"/>
              </a:ext>
            </a:extLst>
          </p:cNvPr>
          <p:cNvSpPr txBox="1"/>
          <p:nvPr/>
        </p:nvSpPr>
        <p:spPr>
          <a:xfrm>
            <a:off x="266193" y="5517213"/>
            <a:ext cx="4081887" cy="35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710"/>
              <a:t>・</a:t>
            </a:r>
            <a:r>
              <a:rPr kumimoji="1" lang="en-US" altLang="ja-JP" sz="1710" dirty="0"/>
              <a:t>SVR</a:t>
            </a:r>
            <a:r>
              <a:rPr kumimoji="1" lang="ja-JP" altLang="en-US" sz="1710"/>
              <a:t>の原理と特徴について調べてくる</a:t>
            </a:r>
            <a:endParaRPr kumimoji="1" lang="en-US" altLang="ja-JP" sz="171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51ABFB6-3EB8-D35C-E2A2-381530FA8D8B}"/>
              </a:ext>
            </a:extLst>
          </p:cNvPr>
          <p:cNvSpPr txBox="1"/>
          <p:nvPr/>
        </p:nvSpPr>
        <p:spPr>
          <a:xfrm>
            <a:off x="266193" y="3586731"/>
            <a:ext cx="6989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・特徴量エンジニアリングを用いて</a:t>
            </a:r>
            <a:r>
              <a:rPr kumimoji="1" lang="en-US" altLang="ja-JP" dirty="0"/>
              <a:t>lasso</a:t>
            </a:r>
            <a:r>
              <a:rPr kumimoji="1" lang="ja-JP" altLang="en-US"/>
              <a:t>回帰を行ってください</a:t>
            </a:r>
            <a:endParaRPr kumimoji="1" lang="en-US" altLang="ja-JP" dirty="0"/>
          </a:p>
          <a:p>
            <a:r>
              <a:rPr kumimoji="1" lang="en-US" altLang="ja-JP" dirty="0"/>
              <a:t>                                                                 </a:t>
            </a:r>
            <a:r>
              <a:rPr kumimoji="1" lang="ja-JP" altLang="en-US"/>
              <a:t>（</a:t>
            </a:r>
            <a:r>
              <a:rPr kumimoji="1" lang="en" altLang="ja-JP" dirty="0"/>
              <a:t> </a:t>
            </a:r>
            <a:r>
              <a:rPr kumimoji="1" lang="en" altLang="ja-JP" dirty="0" err="1"/>
              <a:t>feature_engineering_dataset</a:t>
            </a:r>
            <a:r>
              <a:rPr kumimoji="1" lang="en" altLang="ja-JP" dirty="0"/>
              <a:t> .csv</a:t>
            </a:r>
            <a:r>
              <a:rPr kumimoji="1" lang="ja-JP" altLang="en-US"/>
              <a:t>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445B3BC-3378-613B-831E-20C57DCA54B3}"/>
              </a:ext>
            </a:extLst>
          </p:cNvPr>
          <p:cNvSpPr txBox="1"/>
          <p:nvPr/>
        </p:nvSpPr>
        <p:spPr>
          <a:xfrm>
            <a:off x="266193" y="435658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（ヒント：各特徴量を二乗三乗した特徴量を使ってみてください）</a:t>
            </a:r>
          </a:p>
        </p:txBody>
      </p:sp>
    </p:spTree>
    <p:extLst>
      <p:ext uri="{BB962C8B-B14F-4D97-AF65-F5344CB8AC3E}">
        <p14:creationId xmlns:p14="http://schemas.microsoft.com/office/powerpoint/2010/main" val="177638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132</Words>
  <Application>Microsoft Macintosh PowerPoint</Application>
  <PresentationFormat>画面に合わせる (4:3)</PresentationFormat>
  <Paragraphs>17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第４回予告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ち さ</dc:creator>
  <cp:lastModifiedBy>ち さ</cp:lastModifiedBy>
  <cp:revision>3</cp:revision>
  <dcterms:created xsi:type="dcterms:W3CDTF">2026-06-09T02:21:03Z</dcterms:created>
  <dcterms:modified xsi:type="dcterms:W3CDTF">2026-06-10T01:44:35Z</dcterms:modified>
</cp:coreProperties>
</file>
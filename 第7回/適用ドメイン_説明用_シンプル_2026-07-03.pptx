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49"/>
    <p:restoredTop sz="94680"/>
  </p:normalViewPr>
  <p:slideViewPr>
    <p:cSldViewPr snapToGrid="0" snapToObjects="1">
      <p:cViewPr varScale="1">
        <p:scale>
          <a:sx n="145" d="100"/>
          <a:sy n="145" d="100"/>
        </p:scale>
        <p:origin x="2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適用ドメイン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3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Applicability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Boston データの回帰モデルで「予測してよい範囲」を可視化する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2412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Python Seminar 第7回 / 1時間説明用スライド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今日のゴールと60分の流れ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765742" cy="150876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1" y="1289304"/>
            <a:ext cx="7080031" cy="1399031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の考え方を説明できる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ノートブックのコードが何をしているか追える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内外で予測値の信頼性を読み取れる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063240"/>
          <a:ext cx="107899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時間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内容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到達点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0-10分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の直感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内挿・外挿の違い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10-25分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データ分割・標準化・モデル比較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回帰評価の流れ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25-45分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kNN による AD 判定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しきい値と内外判定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45-60分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可視化と解釈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信頼性評価に使う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8" y="5806440"/>
            <a:ext cx="102412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説明の軸は「予測精度」ではなく、「その予測をどこまで信じるか」です。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適用ドメインとは何か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566928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Applicability Domain (AD)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929384"/>
            <a:ext cx="5614416" cy="190195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モデルが学習データから見て「内挿」と考えられる範囲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範囲内の予測は、範囲外より相対的に信頼しやすい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言い換えると「この入力は、過去に見たデータと似ているか？」を数値化する仕組み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325880"/>
            <a:ext cx="3977639" cy="329184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60920" y="1828800"/>
            <a:ext cx="2011680" cy="14630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35240" y="2331720"/>
            <a:ext cx="128016" cy="12801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909560" y="2148840"/>
            <a:ext cx="128016" cy="12801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75320" y="2560320"/>
            <a:ext cx="128016" cy="12801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0" y="2286000"/>
            <a:ext cx="128016" cy="12801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15400" y="2651760"/>
            <a:ext cx="128016" cy="128016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0" y="2304288"/>
            <a:ext cx="182880" cy="182880"/>
          </a:xfrm>
          <a:prstGeom prst="ellipse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75520" y="3703320"/>
            <a:ext cx="201168" cy="20116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3429000"/>
            <a:ext cx="10972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977639"/>
            <a:ext cx="10972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なぜ AD が必要か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289304"/>
            <a:ext cx="10277856" cy="190195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通常の予測評価では、テストデータ全体の MAE / RMSE / R2 を見る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平均的な性能は分かるが、個々の予測が内挿か外挿かは分からない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外挿領域では誤差が大きくなりやすく、予測の信頼性が下がる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703320"/>
            <a:ext cx="10424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3758183"/>
            <a:ext cx="10277856" cy="144475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の役割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予測値に「信頼性のラベル」を付ける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スクリーニングでは、候補を優先順位づけしやすくなる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 lnSpcReduction="10000"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は「予測が当たる保証」ではなく、「外挿っぽさを検知する補助情報」です。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今回の課題でやること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34440"/>
          <a:ext cx="420623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内容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目的変数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MEDV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検証方法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Hold-Out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手法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kNN 距離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判定対象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 data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59552" y="1289304"/>
            <a:ext cx="5431536" cy="2084831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boston.csv の MEDV を目的変数として回帰モデルを作成する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Hold-Out で得られたテストデータについて、AD 内か AD 外かを判定する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予測誤差と AD 判定を可視化し、予測値の信頼性を考える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703320"/>
            <a:ext cx="5577840" cy="192024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96128" y="3776472"/>
            <a:ext cx="4488649" cy="1773936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target_col = 'MEDV'
X = df.drop(columns=target_col)
y = df[target_col]
X_train, X_test, y_train, y_test = train_test_split(
    X, y, test_size=0.25, random_state=42
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全体ワークフロー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2880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26060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1. データ読込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606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boston.csv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03320" y="1783080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26279" y="1234440"/>
            <a:ext cx="2880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399032"/>
            <a:ext cx="26060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2. Hold-Out 分割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606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train / 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59" y="1783080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275319" y="1234440"/>
            <a:ext cx="2880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399032"/>
            <a:ext cx="26060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3. 標準化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2606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fit は train のみ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91840"/>
            <a:ext cx="2880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456432"/>
            <a:ext cx="26060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4. モデル比較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2606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MAE / RMSE / R2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03320" y="3840480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26279" y="3291840"/>
            <a:ext cx="2880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456432"/>
            <a:ext cx="26060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5. AD しきい値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886200"/>
            <a:ext cx="2606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train の kNN 距離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52359" y="3840480"/>
            <a:ext cx="594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8275319" y="3291840"/>
            <a:ext cx="28803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3456432"/>
            <a:ext cx="26060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6. テスト判定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86200"/>
            <a:ext cx="2606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inside /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別のデータセットでも、この流れで AD 判定を実装できます。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Boston データの確認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43000"/>
          <a:ext cx="3108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値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データ数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506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列数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説明変数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欠損値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 descr="medv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41240"/>
            <a:ext cx="6400800" cy="3444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4069080"/>
          <a:ext cx="31089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統計量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MEDV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22.53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std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9.20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5.0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median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21.2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max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50.0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目的変数と説明変数を分ける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71062"/>
              </p:ext>
            </p:extLst>
          </p:nvPr>
        </p:nvGraphicFramePr>
        <p:xfrm>
          <a:off x="502921" y="1188720"/>
          <a:ext cx="110642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7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種類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内容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目的変数 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MEDV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説明変数 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CRIM, ZN, INDUS, CHAS, NOX, RM, AGE, DIS, RAD, TAX, PTRATIO, B, LSTAT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68680" y="3429000"/>
            <a:ext cx="4937760" cy="132588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6" y="3502152"/>
            <a:ext cx="5407155" cy="1179576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85000" lnSpcReduction="20000"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target_col = 'MEDV'
X = df.drop(columns=target_col)
y = df[target_col]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3280234"/>
            <a:ext cx="5756148" cy="1831262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 lnSpcReduction="20000"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の距離計算に使うのは X だけ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y や予測誤差は、AD 判定そのものには</a:t>
            </a:r>
            <a:endParaRPr lang="en-US" sz="23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使わない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この分離を最初に明確にしておくと、</a:t>
            </a:r>
            <a:endParaRPr lang="en-US" sz="2300" b="0">
              <a:solidFill>
                <a:srgbClr val="000000"/>
              </a:solidFill>
              <a:latin typeface="Times New Roman"/>
              <a:ea typeface="Meiryo"/>
              <a:cs typeface="Times New Roman"/>
            </a:endParaRP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後の処理で混乱しにくい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Hold-Out 検証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34440"/>
          <a:ext cx="98755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データ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役割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train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379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モデル学習と AD しきい値作成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性能評価と AD 判定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87552" y="3438144"/>
            <a:ext cx="9546336" cy="1627631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test_size=0.25 なので、全体の 25% をテストデータにする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random_state=42 で再現性を固定する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test の情報を学習や標準化の fit に混ぜない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9875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評価が楽観的にならないよう、train と test の役割を分けることが重要です。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標準化が必要な理由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eature_scale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75897"/>
            <a:ext cx="5303520" cy="29918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28231" y="1289304"/>
            <a:ext cx="5303519" cy="1810512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85000" lnSpcReduction="20000"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距離ベースの AD では、単位が大きい特徴量が距離を支配してしまう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標準化により、各特徴量を平均 0・標準偏差 1 にそろえる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fit_transform は train のみに使い、test は transform のみ行う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3657600"/>
            <a:ext cx="4846320" cy="132588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4808" y="3730752"/>
            <a:ext cx="4626864" cy="117957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scaler = StandardScaler()
X_train_scaled = scaler.fit_transform(X_train)
X_test_scaled = scaler.transform(X_test)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モデル比較の見方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424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意味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見方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MAE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平均絶対誤差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小さいほどよい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二乗誤差の平方根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大きな誤差を強く罰する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決定係数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 に近いほどよい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6111" y="4032503"/>
            <a:ext cx="10780073" cy="107899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このノートブックでは RMSE が最小のモデルを AD 解析に使う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比較条件は、同じ train/test 分割、同じ標準化済み説明変数、同じ評価指標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486400"/>
            <a:ext cx="10058400" cy="64008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6" y="5559552"/>
            <a:ext cx="10344913" cy="493775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70000" lnSpcReduction="20000"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candidate_model.fit(X_train_scaled, y_train)
candidate_pred = candidate_model.predict(X_test_scaled)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比較したモデル群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88720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カテゴリ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モデル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ベースライン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Dummy (mean)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線形モデル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Linear Regression / Ridge / Lasso / Elastic Net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距離・カーネル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kNN / SVR (RBF)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木モデル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Decision Tree / Random Forest / Extra Trees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Boosting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Gradient Boosting / Hist Gradient Boosting / AdaBoost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074920"/>
            <a:ext cx="1024128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判定の仕組み自体は、選んだ回帰モデルとは独立です。ここでは、予測誤差を可視化するために最良モデルの予測値を使います。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モデル比較の結果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del_rms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15026"/>
            <a:ext cx="6903720" cy="463942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911575"/>
              </p:ext>
            </p:extLst>
          </p:nvPr>
        </p:nvGraphicFramePr>
        <p:xfrm>
          <a:off x="7596554" y="1234440"/>
          <a:ext cx="400108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値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選択モデル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Gradient Boosting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MAE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2.028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2.993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0.872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4343400"/>
            <a:ext cx="4288888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 fontScale="92500" lnSpcReduction="10000"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この後は、このモデルの予測値 y_pred を使って AD 外の点で誤差がどう見えるかを確認します。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の距離計算: kNN 平均距離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289304"/>
            <a:ext cx="10094976" cy="1627631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各サンプルについて、近い学習データ k 個までの距離を平均する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平均距離が小さい: 周囲に似た学習データが多い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平均距離が大きい: 学習データから離れている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29000"/>
            <a:ext cx="1005840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mean_distance = mean(d1, d2, ..., dk)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626864"/>
            <a:ext cx="9729216" cy="107899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今回の設定では k = 5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距離指標は Euclidean distance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標準化後の説明変数空間で距離を計算する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しきい値の決め方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197864"/>
            <a:ext cx="5157216" cy="1993391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距離空間: 標準化した説明変数空間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距離指標: Euclidean distance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k: 5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しきい値: 学習データ同士の 5 近傍平均距離の 95 パーセンタイル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143000"/>
            <a:ext cx="4937760" cy="283464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64808" y="1216152"/>
            <a:ext cx="4718304" cy="268833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nn = NearestNeighbors(n_neighbors=k + 1, metric='euclidean')
nn.fit(X_train_scaled)
train_distances, _ = nn.kneighbors(X_train_scaled)
train_mean = train_distances[:, 1:].mean(axis=1)
ad_threshold = np.percentile(train_mean, 95)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241280" cy="685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学習データ同士で近傍を取ると、自分自身への距離 0 が含まれるため、k + 1 個を取得して 0 列目を除外します。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95 パーセンタイルの意味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289304"/>
            <a:ext cx="10186416" cy="153619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学習データの「典型的な密度」を基準にする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上位 5% の疎な距離を境界にする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最大値をしきい値にすると、外れ値に引っ張られやすい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24128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train_mean の 95th percentile = AD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672583"/>
            <a:ext cx="10003536" cy="98755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90%, 95%, 99% などは目的に応じて調整する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厳しくすると AD 外が増え、緩くすると AD 外が減る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テストデータの AD 判定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5669280" cy="1600200"/>
          </a:xfrm>
          <a:prstGeom prst="rect">
            <a:avLst/>
          </a:prstGeom>
          <a:solidFill>
            <a:srgbClr val="EBEBEB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307592"/>
            <a:ext cx="5449824" cy="1453896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test_distances, _ = nn.kneighbors(X_test_scaled)
test_mean = test_distances[:, :k].mean(axis=1)
is_in_ad = test_mean &lt;= ad_threshold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494933"/>
              </p:ext>
            </p:extLst>
          </p:nvPr>
        </p:nvGraphicFramePr>
        <p:xfrm>
          <a:off x="6903720" y="1234440"/>
          <a:ext cx="46634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条件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判定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test_mean &lt;= threshold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内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test_mean &gt; threshold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外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0466" y="4275171"/>
            <a:ext cx="10831068" cy="153619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テストデータは学習データではないので、自分自身への距離 0 は含まれない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そのため、取得した先頭 k 個の距離をそのまま平均する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判定は予測値 y_pred の正しさを直接見ていない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このノートブックの AD 設定と結果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188720"/>
          <a:ext cx="4114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設定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値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距離指標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Euclidean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percentile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95%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threshold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2.435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60720" y="1188720"/>
          <a:ext cx="4114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判定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内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外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 全体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800600"/>
            <a:ext cx="102412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今回の分割では、テスト 127 件のうち 4 件だけが AD 外でした。少数でも、スクリーニングでは「要確認候補」として重要です。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可視化1: 学習データの距離分布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ain_distan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3941"/>
            <a:ext cx="7132320" cy="40729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65591" y="1380744"/>
            <a:ext cx="3721609" cy="373075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横軸: 学習データ各点の 5 近傍平均距離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赤破線: AD しきい値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右側ほど、学習データの中でも周囲が疎な点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しきい値は test から作らず、train の分布だけで決める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可視化2: 距離と予測誤差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ror_vs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14121"/>
            <a:ext cx="7178040" cy="40126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65592" y="1380744"/>
            <a:ext cx="3888662" cy="373075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横軸: test の 5 近傍平均距離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縦軸: 絶対誤差 |actual - predicted|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赤破線より右が AD 外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外では誤差が大きくなりやすい傾向を確認する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可視化3: 実測値と予測値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ctual_vs_pred_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037" y="1051560"/>
            <a:ext cx="4776565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25055" y="1472184"/>
            <a:ext cx="4956982" cy="34564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点が対角線に近いほど予測が良い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色とマーカーで AD 内外を区別する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外の点は予測値の信頼性を低めに扱う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予測性能と入力空間での近さを同時に見る図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内外で性能を比べる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34440"/>
          <a:ext cx="10515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n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MAE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RMSE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mean distance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inside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1.976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2.927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1.088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outside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3.626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4.565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3.479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3246120"/>
            <a:ext cx="42062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inside MAE = 1.976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246120"/>
            <a:ext cx="43891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outside MAE = 3.626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398264"/>
            <a:ext cx="10003536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今回の分割では AD 外の平均誤差が AD 内より大きい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outside は 4 件だけなので、統計的に強い結論ではなく可視化による確認として扱う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判定は、予測値を採用するか追加検証するかの判断材料になる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外サンプルの確認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43000"/>
          <a:ext cx="106984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actual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pred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abs_error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distance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sample_419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8.8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6.575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2.225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4.468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sample_415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7.0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7.372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0.372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3.924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sample_366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27.5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23.467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4.033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2.767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sample_413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17.9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10.027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7.873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2.757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8594" y="4270248"/>
            <a:ext cx="11234811" cy="1444752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距離が大きい順に並べると、どのテスト点が学習データから離れているか分かる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sample_413 は AD 外かつ誤差も大きいので、予測信頼性に注意する例として説明しやすい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sample_415 のように AD 外でも誤差が小さい点はある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2次元で見た直感（PCA）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ca_a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3971"/>
            <a:ext cx="6903720" cy="44529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28431" y="1380744"/>
            <a:ext cx="3236976" cy="373075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説明用に 13 次元の標準化空間を PCA で 2 次元に圧縮している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判定そのものは、PCA 後ではなく 13 次元の距離で行っている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2 次元図は直感を助けるが、距離関係が完全に保存されるわけではない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コードで詰まりやすいポイント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ポイント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標準化の fit は train のみ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 情報の漏洩を防ぐ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train の kNN は k+1 を取る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自分自身の距離 0 を除外するため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 の kNN は先頭 k 個を使う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test は学習データではないため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AD 判定は X の距離だけで行う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事前判定として使うため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threshold は目的に応じて調整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厳しさが変わるため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発表時は「なぜそう書くのか」をこの順で説明すると、コードの意味が追いやすくなります。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AD を使うときの限界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289304"/>
            <a:ext cx="10094976" cy="181051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内でも予測が外れることはある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外でも偶然当たることはある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距離・k・percentile の選び方に依存する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特徴量設計が悪いと AD も悪くなる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840480"/>
            <a:ext cx="102412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3895344"/>
            <a:ext cx="10094976" cy="1627631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それでも AD が有用な理由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予測値だけを出すより、「この予測は学習データに近い入力か？」を同時に示せる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実験コストが高い材料探索では、追加検証すべき候補を選ぶ補助線になる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06424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50976"/>
            <a:ext cx="110642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289304"/>
            <a:ext cx="10094976" cy="309067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5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は、モデルが相対的に信頼しやすい入力範囲を表す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今回は標準化した説明変数空間で kNN 平均距離を使った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train の距離分布から 95 パーセンタイルをしきい値にした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test では 123 件が AD 内、4 件が AD 外になった</a:t>
            </a:r>
          </a:p>
          <a:p>
            <a:pPr>
              <a:spcAft>
                <a:spcPts val="800"/>
              </a:spcAft>
            </a:pPr>
            <a:r>
              <a:rPr sz="25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・ AD 外は「予測値を疑って確認する候補」として扱う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03520"/>
            <a:ext cx="10149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Meiryo"/>
                <a:cs typeface="Times New Roman"/>
              </a:rPr>
              <a:t>一言で言うと、「予測値」だけでなく、「その予測を使ってよい範囲か」を一緒に見るのが AD 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1383</Words>
  <Application>Microsoft Macintosh PowerPoint</Application>
  <PresentationFormat>ワイド画面</PresentationFormat>
  <Paragraphs>317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Fukumoto Riku</cp:lastModifiedBy>
  <cp:revision>4</cp:revision>
  <dcterms:created xsi:type="dcterms:W3CDTF">2013-01-27T09:14:16Z</dcterms:created>
  <dcterms:modified xsi:type="dcterms:W3CDTF">2026-07-03T07:46:42Z</dcterms:modified>
  <cp:category/>
</cp:coreProperties>
</file>